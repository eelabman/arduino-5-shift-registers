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4"/>
  </p:sldMasterIdLst>
  <p:notesMasterIdLst>
    <p:notesMasterId r:id="rId25"/>
  </p:notesMasterIdLst>
  <p:sldIdLst>
    <p:sldId id="256" r:id="rId5"/>
    <p:sldId id="302" r:id="rId6"/>
    <p:sldId id="299" r:id="rId7"/>
    <p:sldId id="257" r:id="rId8"/>
    <p:sldId id="258" r:id="rId9"/>
    <p:sldId id="259" r:id="rId10"/>
    <p:sldId id="300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98" r:id="rId21"/>
    <p:sldId id="297" r:id="rId22"/>
    <p:sldId id="296" r:id="rId23"/>
    <p:sldId id="301" r:id="rId24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26"/>
    </p:embeddedFont>
    <p:embeddedFont>
      <p:font typeface="Josefin Slab Thin" pitchFamily="2" charset="0"/>
      <p:regular r:id="rId27"/>
      <p:bold r:id="rId28"/>
      <p:italic r:id="rId29"/>
      <p:boldItalic r:id="rId30"/>
    </p:embeddedFont>
    <p:embeddedFont>
      <p:font typeface="Lato" panose="020F0502020204030203" pitchFamily="34" charset="0"/>
      <p:regular r:id="rId31"/>
      <p:bold r:id="rId32"/>
    </p:embeddedFont>
    <p:embeddedFont>
      <p:font typeface="Montserrat" panose="02000505000000020004" pitchFamily="2" charset="0"/>
      <p:regular r:id="rId33"/>
      <p:bold r:id="rId34"/>
      <p:italic r:id="rId35"/>
      <p:boldItalic r:id="rId36"/>
    </p:embeddedFont>
    <p:embeddedFont>
      <p:font typeface="Raleway" pitchFamily="2" charset="0"/>
      <p:regular r:id="rId37"/>
      <p:bold r:id="rId38"/>
      <p:italic r:id="rId39"/>
      <p:boldItalic r:id="rId40"/>
    </p:embeddedFont>
    <p:embeddedFont>
      <p:font typeface="Source Sans Pro" panose="020B0503030403020204" pitchFamily="34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7B9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C70A34-E459-4257-BAEA-55B215125003}" v="2" dt="2025-10-31T19:30:14.2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247" autoAdjust="0"/>
  </p:normalViewPr>
  <p:slideViewPr>
    <p:cSldViewPr snapToGrid="0">
      <p:cViewPr varScale="1">
        <p:scale>
          <a:sx n="136" d="100"/>
          <a:sy n="136" d="100"/>
        </p:scale>
        <p:origin x="816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17.xml"/><Relationship Id="rId34" Type="http://schemas.openxmlformats.org/officeDocument/2006/relationships/font" Target="fonts/font9.fntdata"/><Relationship Id="rId42" Type="http://schemas.openxmlformats.org/officeDocument/2006/relationships/font" Target="fonts/font17.fntdata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font" Target="fonts/font4.fntdata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49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6.fntdata"/><Relationship Id="rId44" Type="http://schemas.openxmlformats.org/officeDocument/2006/relationships/font" Target="fonts/font19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font" Target="fonts/font18.fntdata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46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font" Target="fonts/font16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lley, Todd W" userId="d27d4cb4-89b9-4445-97de-d6d70d6b1c5d" providerId="ADAL" clId="{F1C70A34-E459-4257-BAEA-55B215125003}"/>
    <pc:docChg chg="custSel modSld">
      <pc:chgData name="Kelley, Todd W" userId="d27d4cb4-89b9-4445-97de-d6d70d6b1c5d" providerId="ADAL" clId="{F1C70A34-E459-4257-BAEA-55B215125003}" dt="2025-10-31T19:30:19.137" v="11" actId="167"/>
      <pc:docMkLst>
        <pc:docMk/>
      </pc:docMkLst>
      <pc:sldChg chg="addSp delSp modSp mod">
        <pc:chgData name="Kelley, Todd W" userId="d27d4cb4-89b9-4445-97de-d6d70d6b1c5d" providerId="ADAL" clId="{F1C70A34-E459-4257-BAEA-55B215125003}" dt="2025-10-31T19:30:19.137" v="11" actId="167"/>
        <pc:sldMkLst>
          <pc:docMk/>
          <pc:sldMk cId="1975573556" sldId="297"/>
        </pc:sldMkLst>
        <pc:picChg chg="add del mod ord">
          <ac:chgData name="Kelley, Todd W" userId="d27d4cb4-89b9-4445-97de-d6d70d6b1c5d" providerId="ADAL" clId="{F1C70A34-E459-4257-BAEA-55B215125003}" dt="2025-10-31T19:29:46.693" v="6" actId="478"/>
          <ac:picMkLst>
            <pc:docMk/>
            <pc:sldMk cId="1975573556" sldId="297"/>
            <ac:picMk id="3" creationId="{2571C04A-9D1A-CD80-08B2-585AEE4A561E}"/>
          </ac:picMkLst>
        </pc:picChg>
        <pc:picChg chg="add mod ord">
          <ac:chgData name="Kelley, Todd W" userId="d27d4cb4-89b9-4445-97de-d6d70d6b1c5d" providerId="ADAL" clId="{F1C70A34-E459-4257-BAEA-55B215125003}" dt="2025-10-31T19:30:19.137" v="11" actId="167"/>
          <ac:picMkLst>
            <pc:docMk/>
            <pc:sldMk cId="1975573556" sldId="297"/>
            <ac:picMk id="5" creationId="{8E05CBE2-9900-6232-7628-C6B5AC3528DF}"/>
          </ac:picMkLst>
        </pc:picChg>
        <pc:picChg chg="del">
          <ac:chgData name="Kelley, Todd W" userId="d27d4cb4-89b9-4445-97de-d6d70d6b1c5d" providerId="ADAL" clId="{F1C70A34-E459-4257-BAEA-55B215125003}" dt="2025-10-31T19:28:57.753" v="0" actId="478"/>
          <ac:picMkLst>
            <pc:docMk/>
            <pc:sldMk cId="1975573556" sldId="297"/>
            <ac:picMk id="11" creationId="{FD86B65C-7727-9DA0-80EF-738C7563DFCA}"/>
          </ac:picMkLst>
        </pc:picChg>
      </pc:sldChg>
    </pc:docChg>
  </pc:docChgLst>
  <pc:docChgLst>
    <pc:chgData name="Kelley, Todd W" userId="d27d4cb4-89b9-4445-97de-d6d70d6b1c5d" providerId="ADAL" clId="{0A896EE0-BFE9-4BFE-94CA-0CFFB56AEEF7}"/>
    <pc:docChg chg="undo custSel addSld delSld modSld sldOrd">
      <pc:chgData name="Kelley, Todd W" userId="d27d4cb4-89b9-4445-97de-d6d70d6b1c5d" providerId="ADAL" clId="{0A896EE0-BFE9-4BFE-94CA-0CFFB56AEEF7}" dt="2025-07-18T17:52:47.898" v="1631" actId="20577"/>
      <pc:docMkLst>
        <pc:docMk/>
      </pc:docMkLst>
      <pc:sldChg chg="modNotesTx">
        <pc:chgData name="Kelley, Todd W" userId="d27d4cb4-89b9-4445-97de-d6d70d6b1c5d" providerId="ADAL" clId="{0A896EE0-BFE9-4BFE-94CA-0CFFB56AEEF7}" dt="2025-07-16T19:28:01.715" v="0" actId="6549"/>
        <pc:sldMkLst>
          <pc:docMk/>
          <pc:sldMk cId="0" sldId="256"/>
        </pc:sldMkLst>
      </pc:sldChg>
      <pc:sldChg chg="modSp mod">
        <pc:chgData name="Kelley, Todd W" userId="d27d4cb4-89b9-4445-97de-d6d70d6b1c5d" providerId="ADAL" clId="{0A896EE0-BFE9-4BFE-94CA-0CFFB56AEEF7}" dt="2025-07-16T20:49:34.393" v="2" actId="20577"/>
        <pc:sldMkLst>
          <pc:docMk/>
          <pc:sldMk cId="0" sldId="257"/>
        </pc:sldMkLst>
      </pc:sldChg>
      <pc:sldChg chg="modSp mod">
        <pc:chgData name="Kelley, Todd W" userId="d27d4cb4-89b9-4445-97de-d6d70d6b1c5d" providerId="ADAL" clId="{0A896EE0-BFE9-4BFE-94CA-0CFFB56AEEF7}" dt="2025-07-16T20:51:08.473" v="109" actId="207"/>
        <pc:sldMkLst>
          <pc:docMk/>
          <pc:sldMk cId="0" sldId="259"/>
        </pc:sldMkLst>
      </pc:sldChg>
      <pc:sldChg chg="addSp delSp modSp mod">
        <pc:chgData name="Kelley, Todd W" userId="d27d4cb4-89b9-4445-97de-d6d70d6b1c5d" providerId="ADAL" clId="{0A896EE0-BFE9-4BFE-94CA-0CFFB56AEEF7}" dt="2025-07-17T20:56:52.992" v="693" actId="20577"/>
        <pc:sldMkLst>
          <pc:docMk/>
          <pc:sldMk cId="0" sldId="260"/>
        </pc:sldMkLst>
      </pc:sldChg>
      <pc:sldChg chg="addSp delSp modSp mod">
        <pc:chgData name="Kelley, Todd W" userId="d27d4cb4-89b9-4445-97de-d6d70d6b1c5d" providerId="ADAL" clId="{0A896EE0-BFE9-4BFE-94CA-0CFFB56AEEF7}" dt="2025-07-17T18:12:48.014" v="365" actId="20577"/>
        <pc:sldMkLst>
          <pc:docMk/>
          <pc:sldMk cId="0" sldId="261"/>
        </pc:sldMkLst>
      </pc:sldChg>
      <pc:sldChg chg="addSp delSp modSp mod">
        <pc:chgData name="Kelley, Todd W" userId="d27d4cb4-89b9-4445-97de-d6d70d6b1c5d" providerId="ADAL" clId="{0A896EE0-BFE9-4BFE-94CA-0CFFB56AEEF7}" dt="2025-07-17T18:19:34.421" v="557" actId="20577"/>
        <pc:sldMkLst>
          <pc:docMk/>
          <pc:sldMk cId="0" sldId="263"/>
        </pc:sldMkLst>
      </pc:sldChg>
      <pc:sldChg chg="addSp delSp modSp mod">
        <pc:chgData name="Kelley, Todd W" userId="d27d4cb4-89b9-4445-97de-d6d70d6b1c5d" providerId="ADAL" clId="{0A896EE0-BFE9-4BFE-94CA-0CFFB56AEEF7}" dt="2025-07-17T20:55:34.330" v="617" actId="1076"/>
        <pc:sldMkLst>
          <pc:docMk/>
          <pc:sldMk cId="0" sldId="266"/>
        </pc:sldMkLst>
      </pc:sldChg>
      <pc:sldChg chg="modSp del mod">
        <pc:chgData name="Kelley, Todd W" userId="d27d4cb4-89b9-4445-97de-d6d70d6b1c5d" providerId="ADAL" clId="{0A896EE0-BFE9-4BFE-94CA-0CFFB56AEEF7}" dt="2025-07-18T17:48:17.223" v="1559" actId="47"/>
        <pc:sldMkLst>
          <pc:docMk/>
          <pc:sldMk cId="86687579" sldId="295"/>
        </pc:sldMkLst>
      </pc:sldChg>
      <pc:sldChg chg="modSp mod">
        <pc:chgData name="Kelley, Todd W" userId="d27d4cb4-89b9-4445-97de-d6d70d6b1c5d" providerId="ADAL" clId="{0A896EE0-BFE9-4BFE-94CA-0CFFB56AEEF7}" dt="2025-07-18T17:46:58.907" v="1535" actId="20577"/>
        <pc:sldMkLst>
          <pc:docMk/>
          <pc:sldMk cId="0" sldId="296"/>
        </pc:sldMkLst>
      </pc:sldChg>
      <pc:sldChg chg="addSp delSp modSp mod">
        <pc:chgData name="Kelley, Todd W" userId="d27d4cb4-89b9-4445-97de-d6d70d6b1c5d" providerId="ADAL" clId="{0A896EE0-BFE9-4BFE-94CA-0CFFB56AEEF7}" dt="2025-07-18T17:52:47.898" v="1631" actId="20577"/>
        <pc:sldMkLst>
          <pc:docMk/>
          <pc:sldMk cId="1975573556" sldId="297"/>
        </pc:sldMkLst>
      </pc:sldChg>
      <pc:sldChg chg="addSp delSp modSp add mod">
        <pc:chgData name="Kelley, Todd W" userId="d27d4cb4-89b9-4445-97de-d6d70d6b1c5d" providerId="ADAL" clId="{0A896EE0-BFE9-4BFE-94CA-0CFFB56AEEF7}" dt="2025-07-18T15:49:09.903" v="1400" actId="14100"/>
        <pc:sldMkLst>
          <pc:docMk/>
          <pc:sldMk cId="3026075235" sldId="299"/>
        </pc:sldMkLst>
      </pc:sldChg>
      <pc:sldChg chg="addSp delSp modSp add mod ord">
        <pc:chgData name="Kelley, Todd W" userId="d27d4cb4-89b9-4445-97de-d6d70d6b1c5d" providerId="ADAL" clId="{0A896EE0-BFE9-4BFE-94CA-0CFFB56AEEF7}" dt="2025-07-18T15:31:34.717" v="912"/>
        <pc:sldMkLst>
          <pc:docMk/>
          <pc:sldMk cId="613841207" sldId="300"/>
        </pc:sldMkLst>
      </pc:sldChg>
      <pc:sldChg chg="add">
        <pc:chgData name="Kelley, Todd W" userId="d27d4cb4-89b9-4445-97de-d6d70d6b1c5d" providerId="ADAL" clId="{0A896EE0-BFE9-4BFE-94CA-0CFFB56AEEF7}" dt="2025-07-18T17:45:26.308" v="1401" actId="2890"/>
        <pc:sldMkLst>
          <pc:docMk/>
          <pc:sldMk cId="4234502984" sldId="301"/>
        </pc:sldMkLst>
      </pc:sldChg>
      <pc:sldChg chg="addSp delSp modSp add mod">
        <pc:chgData name="Kelley, Todd W" userId="d27d4cb4-89b9-4445-97de-d6d70d6b1c5d" providerId="ADAL" clId="{0A896EE0-BFE9-4BFE-94CA-0CFFB56AEEF7}" dt="2025-07-18T17:50:11.871" v="1578" actId="732"/>
        <pc:sldMkLst>
          <pc:docMk/>
          <pc:sldMk cId="1031279339" sldId="302"/>
        </pc:sldMkLst>
      </pc:sldChg>
    </pc:docChg>
  </pc:docChgLst>
  <pc:docChgLst>
    <pc:chgData name="Kelley, Todd W" userId="d27d4cb4-89b9-4445-97de-d6d70d6b1c5d" providerId="ADAL" clId="{8282F1EA-A3F7-4679-BA49-00788D88F88E}"/>
    <pc:docChg chg="custSel addSld modSld sldOrd">
      <pc:chgData name="Kelley, Todd W" userId="d27d4cb4-89b9-4445-97de-d6d70d6b1c5d" providerId="ADAL" clId="{8282F1EA-A3F7-4679-BA49-00788D88F88E}" dt="2022-10-07T20:54:25.834" v="1092" actId="20577"/>
      <pc:docMkLst>
        <pc:docMk/>
      </pc:docMkLst>
      <pc:sldChg chg="addSp modSp mod">
        <pc:chgData name="Kelley, Todd W" userId="d27d4cb4-89b9-4445-97de-d6d70d6b1c5d" providerId="ADAL" clId="{8282F1EA-A3F7-4679-BA49-00788D88F88E}" dt="2022-08-30T15:53:49.051" v="245" actId="20577"/>
        <pc:sldMkLst>
          <pc:docMk/>
          <pc:sldMk cId="0" sldId="258"/>
        </pc:sldMkLst>
      </pc:sldChg>
      <pc:sldChg chg="modSp mod">
        <pc:chgData name="Kelley, Todd W" userId="d27d4cb4-89b9-4445-97de-d6d70d6b1c5d" providerId="ADAL" clId="{8282F1EA-A3F7-4679-BA49-00788D88F88E}" dt="2022-08-30T15:50:53.437" v="215" actId="1076"/>
        <pc:sldMkLst>
          <pc:docMk/>
          <pc:sldMk cId="0" sldId="260"/>
        </pc:sldMkLst>
      </pc:sldChg>
      <pc:sldChg chg="modSp mod">
        <pc:chgData name="Kelley, Todd W" userId="d27d4cb4-89b9-4445-97de-d6d70d6b1c5d" providerId="ADAL" clId="{8282F1EA-A3F7-4679-BA49-00788D88F88E}" dt="2022-08-29T18:36:58.127" v="183" actId="20577"/>
        <pc:sldMkLst>
          <pc:docMk/>
          <pc:sldMk cId="0" sldId="261"/>
        </pc:sldMkLst>
      </pc:sldChg>
      <pc:sldChg chg="modSp mod">
        <pc:chgData name="Kelley, Todd W" userId="d27d4cb4-89b9-4445-97de-d6d70d6b1c5d" providerId="ADAL" clId="{8282F1EA-A3F7-4679-BA49-00788D88F88E}" dt="2022-08-29T18:37:46.568" v="214" actId="20577"/>
        <pc:sldMkLst>
          <pc:docMk/>
          <pc:sldMk cId="0" sldId="263"/>
        </pc:sldMkLst>
      </pc:sldChg>
      <pc:sldChg chg="addSp modSp mod">
        <pc:chgData name="Kelley, Todd W" userId="d27d4cb4-89b9-4445-97de-d6d70d6b1c5d" providerId="ADAL" clId="{8282F1EA-A3F7-4679-BA49-00788D88F88E}" dt="2022-08-30T19:42:04.327" v="450" actId="20577"/>
        <pc:sldMkLst>
          <pc:docMk/>
          <pc:sldMk cId="0" sldId="266"/>
        </pc:sldMkLst>
      </pc:sldChg>
      <pc:sldChg chg="modSp mod">
        <pc:chgData name="Kelley, Todd W" userId="d27d4cb4-89b9-4445-97de-d6d70d6b1c5d" providerId="ADAL" clId="{8282F1EA-A3F7-4679-BA49-00788D88F88E}" dt="2022-08-31T14:00:09.535" v="672" actId="20577"/>
        <pc:sldMkLst>
          <pc:docMk/>
          <pc:sldMk cId="0" sldId="268"/>
        </pc:sldMkLst>
      </pc:sldChg>
      <pc:sldChg chg="modSp mod">
        <pc:chgData name="Kelley, Todd W" userId="d27d4cb4-89b9-4445-97de-d6d70d6b1c5d" providerId="ADAL" clId="{8282F1EA-A3F7-4679-BA49-00788D88F88E}" dt="2022-08-29T18:33:10.937" v="128" actId="313"/>
        <pc:sldMkLst>
          <pc:docMk/>
          <pc:sldMk cId="86687579" sldId="295"/>
        </pc:sldMkLst>
      </pc:sldChg>
      <pc:sldChg chg="modSp mod">
        <pc:chgData name="Kelley, Todd W" userId="d27d4cb4-89b9-4445-97de-d6d70d6b1c5d" providerId="ADAL" clId="{8282F1EA-A3F7-4679-BA49-00788D88F88E}" dt="2022-08-09T18:56:42.203" v="127" actId="20577"/>
        <pc:sldMkLst>
          <pc:docMk/>
          <pc:sldMk cId="0" sldId="296"/>
        </pc:sldMkLst>
      </pc:sldChg>
      <pc:sldChg chg="addSp delSp modSp add mod ord">
        <pc:chgData name="Kelley, Todd W" userId="d27d4cb4-89b9-4445-97de-d6d70d6b1c5d" providerId="ADAL" clId="{8282F1EA-A3F7-4679-BA49-00788D88F88E}" dt="2022-08-31T15:06:05.289" v="953" actId="20577"/>
        <pc:sldMkLst>
          <pc:docMk/>
          <pc:sldMk cId="1975573556" sldId="297"/>
        </pc:sldMkLst>
      </pc:sldChg>
      <pc:sldChg chg="addSp modSp new mod ord">
        <pc:chgData name="Kelley, Todd W" userId="d27d4cb4-89b9-4445-97de-d6d70d6b1c5d" providerId="ADAL" clId="{8282F1EA-A3F7-4679-BA49-00788D88F88E}" dt="2022-10-07T20:54:25.834" v="1092" actId="20577"/>
        <pc:sldMkLst>
          <pc:docMk/>
          <pc:sldMk cId="2023465524" sldId="29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8" name="Google Shape;85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eb85f739f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4" name="Google Shape;864;geb85f739f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geb85f739f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1" name="Google Shape;871;geb85f739f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geb85f739f4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7" name="Google Shape;877;geb85f739f4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eb85f739f4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3" name="Google Shape;883;geb85f739f4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geb85f739f4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0" name="Google Shape;890;geb85f739f4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geb85f739f4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7" name="Google Shape;897;geb85f739f4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eb85f739f4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3" name="Google Shape;903;geb85f739f4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eb85f739f4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0" name="Google Shape;910;geb85f739f4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geb85f739f4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5" name="Google Shape;915;geb85f739f4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eb85f739f4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1" name="Google Shape;921;geb85f739f4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eb85f739f4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7" name="Google Shape;927;geb85f739f4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eb85f739f4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4" name="Google Shape;934;geb85f739f4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eb85f739f4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1" name="Google Shape;921;geb85f739f4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37159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geafe245b95_0_10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5" name="Google Shape;1025;geafe245b95_0_10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3">
          <a:extLst>
            <a:ext uri="{FF2B5EF4-FFF2-40B4-BE49-F238E27FC236}">
              <a16:creationId xmlns:a16="http://schemas.microsoft.com/office/drawing/2014/main" id="{34BB9345-FF0B-1F63-3663-17B024B72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geafe245b95_0_1025:notes">
            <a:extLst>
              <a:ext uri="{FF2B5EF4-FFF2-40B4-BE49-F238E27FC236}">
                <a16:creationId xmlns:a16="http://schemas.microsoft.com/office/drawing/2014/main" id="{C484FE99-0CC6-B5B9-9AB5-4C2BBC237F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5" name="Google Shape;1025;geafe245b95_0_1025:notes">
            <a:extLst>
              <a:ext uri="{FF2B5EF4-FFF2-40B4-BE49-F238E27FC236}">
                <a16:creationId xmlns:a16="http://schemas.microsoft.com/office/drawing/2014/main" id="{F514CF27-A58E-E9FA-1838-54A99CE356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0690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419709" y="2145759"/>
            <a:ext cx="289868" cy="852000"/>
            <a:chOff x="456616" y="2161476"/>
            <a:chExt cx="289868" cy="852000"/>
          </a:xfrm>
        </p:grpSpPr>
        <p:sp>
          <p:nvSpPr>
            <p:cNvPr id="10" name="Google Shape;10;p2"/>
            <p:cNvSpPr/>
            <p:nvPr/>
          </p:nvSpPr>
          <p:spPr>
            <a:xfrm rot="-5400000">
              <a:off x="588942" y="2649556"/>
              <a:ext cx="25484" cy="289600"/>
            </a:xfrm>
            <a:custGeom>
              <a:avLst/>
              <a:gdLst/>
              <a:ahLst/>
              <a:cxnLst/>
              <a:rect l="l" t="t" r="r" b="b"/>
              <a:pathLst>
                <a:path w="761" h="8648" extrusionOk="0">
                  <a:moveTo>
                    <a:pt x="380" y="0"/>
                  </a:moveTo>
                  <a:cubicBezTo>
                    <a:pt x="190" y="0"/>
                    <a:pt x="0" y="130"/>
                    <a:pt x="0" y="388"/>
                  </a:cubicBezTo>
                  <a:lnTo>
                    <a:pt x="0" y="8260"/>
                  </a:lnTo>
                  <a:cubicBezTo>
                    <a:pt x="0" y="8519"/>
                    <a:pt x="190" y="8648"/>
                    <a:pt x="380" y="8648"/>
                  </a:cubicBezTo>
                  <a:cubicBezTo>
                    <a:pt x="570" y="8648"/>
                    <a:pt x="760" y="8519"/>
                    <a:pt x="760" y="8260"/>
                  </a:cubicBezTo>
                  <a:lnTo>
                    <a:pt x="760" y="388"/>
                  </a:lnTo>
                  <a:cubicBezTo>
                    <a:pt x="760" y="130"/>
                    <a:pt x="570" y="0"/>
                    <a:pt x="3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 rot="-5400000">
              <a:off x="588808" y="2235662"/>
              <a:ext cx="25484" cy="289868"/>
            </a:xfrm>
            <a:custGeom>
              <a:avLst/>
              <a:gdLst/>
              <a:ahLst/>
              <a:cxnLst/>
              <a:rect l="l" t="t" r="r" b="b"/>
              <a:pathLst>
                <a:path w="761" h="8656" extrusionOk="0">
                  <a:moveTo>
                    <a:pt x="365" y="1"/>
                  </a:moveTo>
                  <a:cubicBezTo>
                    <a:pt x="153" y="1"/>
                    <a:pt x="1" y="183"/>
                    <a:pt x="1" y="396"/>
                  </a:cubicBezTo>
                  <a:lnTo>
                    <a:pt x="1" y="8268"/>
                  </a:lnTo>
                  <a:cubicBezTo>
                    <a:pt x="1" y="8527"/>
                    <a:pt x="191" y="8656"/>
                    <a:pt x="381" y="8656"/>
                  </a:cubicBezTo>
                  <a:cubicBezTo>
                    <a:pt x="570" y="8656"/>
                    <a:pt x="760" y="8527"/>
                    <a:pt x="760" y="8268"/>
                  </a:cubicBezTo>
                  <a:lnTo>
                    <a:pt x="760" y="396"/>
                  </a:lnTo>
                  <a:cubicBezTo>
                    <a:pt x="760" y="183"/>
                    <a:pt x="578" y="1"/>
                    <a:pt x="3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-5400000">
              <a:off x="576234" y="2902231"/>
              <a:ext cx="25484" cy="197007"/>
            </a:xfrm>
            <a:custGeom>
              <a:avLst/>
              <a:gdLst/>
              <a:ahLst/>
              <a:cxnLst/>
              <a:rect l="l" t="t" r="r" b="b"/>
              <a:pathLst>
                <a:path w="761" h="5883" extrusionOk="0">
                  <a:moveTo>
                    <a:pt x="380" y="1"/>
                  </a:moveTo>
                  <a:cubicBezTo>
                    <a:pt x="190" y="1"/>
                    <a:pt x="0" y="130"/>
                    <a:pt x="0" y="388"/>
                  </a:cubicBezTo>
                  <a:lnTo>
                    <a:pt x="0" y="5495"/>
                  </a:lnTo>
                  <a:cubicBezTo>
                    <a:pt x="0" y="5753"/>
                    <a:pt x="190" y="5882"/>
                    <a:pt x="380" y="5882"/>
                  </a:cubicBezTo>
                  <a:cubicBezTo>
                    <a:pt x="570" y="5882"/>
                    <a:pt x="760" y="5753"/>
                    <a:pt x="760" y="5495"/>
                  </a:cubicBezTo>
                  <a:lnTo>
                    <a:pt x="760" y="388"/>
                  </a:lnTo>
                  <a:cubicBezTo>
                    <a:pt x="760" y="130"/>
                    <a:pt x="570" y="1"/>
                    <a:pt x="3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575849" y="2488856"/>
              <a:ext cx="26489" cy="197241"/>
            </a:xfrm>
            <a:custGeom>
              <a:avLst/>
              <a:gdLst/>
              <a:ahLst/>
              <a:cxnLst/>
              <a:rect l="l" t="t" r="r" b="b"/>
              <a:pathLst>
                <a:path w="791" h="5890" extrusionOk="0">
                  <a:moveTo>
                    <a:pt x="410" y="1"/>
                  </a:moveTo>
                  <a:cubicBezTo>
                    <a:pt x="220" y="1"/>
                    <a:pt x="30" y="130"/>
                    <a:pt x="30" y="388"/>
                  </a:cubicBezTo>
                  <a:lnTo>
                    <a:pt x="30" y="5495"/>
                  </a:lnTo>
                  <a:cubicBezTo>
                    <a:pt x="0" y="5707"/>
                    <a:pt x="182" y="5890"/>
                    <a:pt x="395" y="5890"/>
                  </a:cubicBezTo>
                  <a:cubicBezTo>
                    <a:pt x="608" y="5890"/>
                    <a:pt x="790" y="5707"/>
                    <a:pt x="790" y="5495"/>
                  </a:cubicBezTo>
                  <a:lnTo>
                    <a:pt x="790" y="388"/>
                  </a:lnTo>
                  <a:cubicBezTo>
                    <a:pt x="790" y="130"/>
                    <a:pt x="600" y="1"/>
                    <a:pt x="4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576619" y="2076100"/>
              <a:ext cx="25484" cy="196237"/>
            </a:xfrm>
            <a:custGeom>
              <a:avLst/>
              <a:gdLst/>
              <a:ahLst/>
              <a:cxnLst/>
              <a:rect l="l" t="t" r="r" b="b"/>
              <a:pathLst>
                <a:path w="761" h="5860" extrusionOk="0">
                  <a:moveTo>
                    <a:pt x="396" y="0"/>
                  </a:moveTo>
                  <a:cubicBezTo>
                    <a:pt x="183" y="0"/>
                    <a:pt x="1" y="152"/>
                    <a:pt x="1" y="365"/>
                  </a:cubicBezTo>
                  <a:lnTo>
                    <a:pt x="1" y="5472"/>
                  </a:lnTo>
                  <a:cubicBezTo>
                    <a:pt x="1" y="5730"/>
                    <a:pt x="191" y="5859"/>
                    <a:pt x="381" y="5859"/>
                  </a:cubicBezTo>
                  <a:cubicBezTo>
                    <a:pt x="570" y="5859"/>
                    <a:pt x="760" y="5730"/>
                    <a:pt x="760" y="5472"/>
                  </a:cubicBezTo>
                  <a:lnTo>
                    <a:pt x="760" y="365"/>
                  </a:lnTo>
                  <a:cubicBezTo>
                    <a:pt x="760" y="152"/>
                    <a:pt x="608" y="0"/>
                    <a:pt x="3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" name="Google Shape;15;p2"/>
          <p:cNvGrpSpPr/>
          <p:nvPr/>
        </p:nvGrpSpPr>
        <p:grpSpPr>
          <a:xfrm>
            <a:off x="6514438" y="4556641"/>
            <a:ext cx="2808779" cy="1148975"/>
            <a:chOff x="6525475" y="148600"/>
            <a:chExt cx="2808779" cy="1148975"/>
          </a:xfrm>
        </p:grpSpPr>
        <p:sp>
          <p:nvSpPr>
            <p:cNvPr id="16" name="Google Shape;16;p2"/>
            <p:cNvSpPr/>
            <p:nvPr/>
          </p:nvSpPr>
          <p:spPr>
            <a:xfrm>
              <a:off x="6629575" y="195700"/>
              <a:ext cx="2704679" cy="1101875"/>
            </a:xfrm>
            <a:custGeom>
              <a:avLst/>
              <a:gdLst/>
              <a:ahLst/>
              <a:cxnLst/>
              <a:rect l="l" t="t" r="r" b="b"/>
              <a:pathLst>
                <a:path w="50914" h="44075" fill="none" extrusionOk="0">
                  <a:moveTo>
                    <a:pt x="50913" y="44074"/>
                  </a:moveTo>
                  <a:lnTo>
                    <a:pt x="25442" y="44074"/>
                  </a:lnTo>
                  <a:lnTo>
                    <a:pt x="25442" y="1"/>
                  </a:lnTo>
                  <a:lnTo>
                    <a:pt x="1" y="1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525475" y="148600"/>
              <a:ext cx="118575" cy="118550"/>
            </a:xfrm>
            <a:custGeom>
              <a:avLst/>
              <a:gdLst/>
              <a:ahLst/>
              <a:cxnLst/>
              <a:rect l="l" t="t" r="r" b="b"/>
              <a:pathLst>
                <a:path w="4743" h="4742" fill="none" extrusionOk="0">
                  <a:moveTo>
                    <a:pt x="0" y="2037"/>
                  </a:moveTo>
                  <a:cubicBezTo>
                    <a:pt x="0" y="3830"/>
                    <a:pt x="2189" y="4742"/>
                    <a:pt x="3465" y="3465"/>
                  </a:cubicBezTo>
                  <a:cubicBezTo>
                    <a:pt x="4742" y="2189"/>
                    <a:pt x="3830" y="0"/>
                    <a:pt x="2037" y="30"/>
                  </a:cubicBezTo>
                  <a:cubicBezTo>
                    <a:pt x="912" y="30"/>
                    <a:pt x="0" y="912"/>
                    <a:pt x="0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2758638" y="4173929"/>
            <a:ext cx="3178775" cy="1439250"/>
            <a:chOff x="2608550" y="4236013"/>
            <a:chExt cx="3178775" cy="1439250"/>
          </a:xfrm>
        </p:grpSpPr>
        <p:grpSp>
          <p:nvGrpSpPr>
            <p:cNvPr id="19" name="Google Shape;19;p2"/>
            <p:cNvGrpSpPr/>
            <p:nvPr/>
          </p:nvGrpSpPr>
          <p:grpSpPr>
            <a:xfrm rot="10800000" flipH="1">
              <a:off x="2608550" y="4596963"/>
              <a:ext cx="1368260" cy="1078296"/>
              <a:chOff x="4231725" y="-443721"/>
              <a:chExt cx="1368260" cy="1078296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4327869" y="-443721"/>
                <a:ext cx="1272116" cy="1006875"/>
              </a:xfrm>
              <a:custGeom>
                <a:avLst/>
                <a:gdLst/>
                <a:ahLst/>
                <a:cxnLst/>
                <a:rect l="l" t="t" r="r" b="b"/>
                <a:pathLst>
                  <a:path w="32677" h="40275" fill="none" extrusionOk="0">
                    <a:moveTo>
                      <a:pt x="1" y="40274"/>
                    </a:moveTo>
                    <a:lnTo>
                      <a:pt x="32676" y="40274"/>
                    </a:lnTo>
                    <a:lnTo>
                      <a:pt x="32676" y="0"/>
                    </a:ln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4231725" y="516000"/>
                <a:ext cx="117825" cy="118575"/>
              </a:xfrm>
              <a:custGeom>
                <a:avLst/>
                <a:gdLst/>
                <a:ahLst/>
                <a:cxnLst/>
                <a:rect l="l" t="t" r="r" b="b"/>
                <a:pathLst>
                  <a:path w="4713" h="4743" fill="none" extrusionOk="0">
                    <a:moveTo>
                      <a:pt x="1" y="2037"/>
                    </a:moveTo>
                    <a:cubicBezTo>
                      <a:pt x="1" y="3830"/>
                      <a:pt x="2159" y="4742"/>
                      <a:pt x="3436" y="3466"/>
                    </a:cubicBezTo>
                    <a:cubicBezTo>
                      <a:pt x="4712" y="2189"/>
                      <a:pt x="3800" y="1"/>
                      <a:pt x="2007" y="31"/>
                    </a:cubicBezTo>
                    <a:cubicBezTo>
                      <a:pt x="882" y="31"/>
                      <a:pt x="1" y="912"/>
                      <a:pt x="1" y="2037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" name="Google Shape;22;p2"/>
            <p:cNvGrpSpPr/>
            <p:nvPr/>
          </p:nvGrpSpPr>
          <p:grpSpPr>
            <a:xfrm rot="10800000" flipH="1">
              <a:off x="3550450" y="4236013"/>
              <a:ext cx="1129225" cy="1439250"/>
              <a:chOff x="5173625" y="-443725"/>
              <a:chExt cx="1129225" cy="1439250"/>
            </a:xfrm>
          </p:grpSpPr>
          <p:sp>
            <p:nvSpPr>
              <p:cNvPr id="23" name="Google Shape;23;p2"/>
              <p:cNvSpPr/>
              <p:nvPr/>
            </p:nvSpPr>
            <p:spPr>
              <a:xfrm>
                <a:off x="5219975" y="-443725"/>
                <a:ext cx="1082875" cy="1320700"/>
              </a:xfrm>
              <a:custGeom>
                <a:avLst/>
                <a:gdLst/>
                <a:ahLst/>
                <a:cxnLst/>
                <a:rect l="l" t="t" r="r" b="b"/>
                <a:pathLst>
                  <a:path w="43315" h="52828" fill="none" extrusionOk="0">
                    <a:moveTo>
                      <a:pt x="0" y="52828"/>
                    </a:moveTo>
                    <a:lnTo>
                      <a:pt x="0" y="25836"/>
                    </a:lnTo>
                    <a:lnTo>
                      <a:pt x="43314" y="25836"/>
                    </a:lnTo>
                    <a:lnTo>
                      <a:pt x="43314" y="0"/>
                    </a:lnTo>
                  </a:path>
                </a:pathLst>
              </a:custGeom>
              <a:noFill/>
              <a:ln w="28575" cap="flat" cmpd="sng">
                <a:solidFill>
                  <a:schemeClr val="accent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5173625" y="876950"/>
                <a:ext cx="117800" cy="118575"/>
              </a:xfrm>
              <a:custGeom>
                <a:avLst/>
                <a:gdLst/>
                <a:ahLst/>
                <a:cxnLst/>
                <a:rect l="l" t="t" r="r" b="b"/>
                <a:pathLst>
                  <a:path w="4712" h="4743" fill="none" extrusionOk="0">
                    <a:moveTo>
                      <a:pt x="0" y="2037"/>
                    </a:moveTo>
                    <a:cubicBezTo>
                      <a:pt x="0" y="3830"/>
                      <a:pt x="2158" y="4742"/>
                      <a:pt x="3435" y="3466"/>
                    </a:cubicBezTo>
                    <a:cubicBezTo>
                      <a:pt x="4711" y="2189"/>
                      <a:pt x="3800" y="1"/>
                      <a:pt x="2006" y="1"/>
                    </a:cubicBezTo>
                    <a:cubicBezTo>
                      <a:pt x="882" y="31"/>
                      <a:pt x="0" y="912"/>
                      <a:pt x="0" y="2037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accent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" name="Google Shape;25;p2"/>
            <p:cNvGrpSpPr/>
            <p:nvPr/>
          </p:nvGrpSpPr>
          <p:grpSpPr>
            <a:xfrm rot="10800000">
              <a:off x="4867050" y="4596963"/>
              <a:ext cx="920275" cy="1078300"/>
              <a:chOff x="4679675" y="-443725"/>
              <a:chExt cx="920275" cy="1078300"/>
            </a:xfrm>
          </p:grpSpPr>
          <p:sp>
            <p:nvSpPr>
              <p:cNvPr id="26" name="Google Shape;26;p2"/>
              <p:cNvSpPr/>
              <p:nvPr/>
            </p:nvSpPr>
            <p:spPr>
              <a:xfrm>
                <a:off x="4783025" y="-443725"/>
                <a:ext cx="816925" cy="1006875"/>
              </a:xfrm>
              <a:custGeom>
                <a:avLst/>
                <a:gdLst/>
                <a:ahLst/>
                <a:cxnLst/>
                <a:rect l="l" t="t" r="r" b="b"/>
                <a:pathLst>
                  <a:path w="32677" h="40275" fill="none" extrusionOk="0">
                    <a:moveTo>
                      <a:pt x="1" y="40274"/>
                    </a:moveTo>
                    <a:lnTo>
                      <a:pt x="32676" y="40274"/>
                    </a:lnTo>
                    <a:lnTo>
                      <a:pt x="32676" y="0"/>
                    </a:ln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4679675" y="516000"/>
                <a:ext cx="117825" cy="118575"/>
              </a:xfrm>
              <a:custGeom>
                <a:avLst/>
                <a:gdLst/>
                <a:ahLst/>
                <a:cxnLst/>
                <a:rect l="l" t="t" r="r" b="b"/>
                <a:pathLst>
                  <a:path w="4713" h="4743" fill="none" extrusionOk="0">
                    <a:moveTo>
                      <a:pt x="1" y="2037"/>
                    </a:moveTo>
                    <a:cubicBezTo>
                      <a:pt x="1" y="3830"/>
                      <a:pt x="2159" y="4742"/>
                      <a:pt x="3436" y="3466"/>
                    </a:cubicBezTo>
                    <a:cubicBezTo>
                      <a:pt x="4712" y="2189"/>
                      <a:pt x="3800" y="1"/>
                      <a:pt x="2007" y="31"/>
                    </a:cubicBezTo>
                    <a:cubicBezTo>
                      <a:pt x="882" y="31"/>
                      <a:pt x="1" y="912"/>
                      <a:pt x="1" y="2037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" name="Google Shape;28;p2"/>
            <p:cNvGrpSpPr/>
            <p:nvPr/>
          </p:nvGrpSpPr>
          <p:grpSpPr>
            <a:xfrm rot="10800000">
              <a:off x="4164150" y="4236013"/>
              <a:ext cx="1129225" cy="1439250"/>
              <a:chOff x="5173625" y="-443725"/>
              <a:chExt cx="1129225" cy="1439250"/>
            </a:xfrm>
          </p:grpSpPr>
          <p:sp>
            <p:nvSpPr>
              <p:cNvPr id="29" name="Google Shape;29;p2"/>
              <p:cNvSpPr/>
              <p:nvPr/>
            </p:nvSpPr>
            <p:spPr>
              <a:xfrm>
                <a:off x="5219975" y="-443725"/>
                <a:ext cx="1082875" cy="1320700"/>
              </a:xfrm>
              <a:custGeom>
                <a:avLst/>
                <a:gdLst/>
                <a:ahLst/>
                <a:cxnLst/>
                <a:rect l="l" t="t" r="r" b="b"/>
                <a:pathLst>
                  <a:path w="43315" h="52828" fill="none" extrusionOk="0">
                    <a:moveTo>
                      <a:pt x="0" y="52828"/>
                    </a:moveTo>
                    <a:lnTo>
                      <a:pt x="0" y="25836"/>
                    </a:lnTo>
                    <a:lnTo>
                      <a:pt x="43314" y="25836"/>
                    </a:lnTo>
                    <a:lnTo>
                      <a:pt x="43314" y="0"/>
                    </a:lnTo>
                  </a:path>
                </a:pathLst>
              </a:custGeom>
              <a:noFill/>
              <a:ln w="28575" cap="flat" cmpd="sng">
                <a:solidFill>
                  <a:schemeClr val="accent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5173625" y="876950"/>
                <a:ext cx="117800" cy="118575"/>
              </a:xfrm>
              <a:custGeom>
                <a:avLst/>
                <a:gdLst/>
                <a:ahLst/>
                <a:cxnLst/>
                <a:rect l="l" t="t" r="r" b="b"/>
                <a:pathLst>
                  <a:path w="4712" h="4743" fill="none" extrusionOk="0">
                    <a:moveTo>
                      <a:pt x="0" y="2037"/>
                    </a:moveTo>
                    <a:cubicBezTo>
                      <a:pt x="0" y="3830"/>
                      <a:pt x="2158" y="4742"/>
                      <a:pt x="3435" y="3466"/>
                    </a:cubicBezTo>
                    <a:cubicBezTo>
                      <a:pt x="4711" y="2189"/>
                      <a:pt x="3800" y="1"/>
                      <a:pt x="2006" y="1"/>
                    </a:cubicBezTo>
                    <a:cubicBezTo>
                      <a:pt x="882" y="31"/>
                      <a:pt x="0" y="912"/>
                      <a:pt x="0" y="2037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accent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1" name="Google Shape;31;p2"/>
          <p:cNvGrpSpPr/>
          <p:nvPr/>
        </p:nvGrpSpPr>
        <p:grpSpPr>
          <a:xfrm rot="10800000" flipH="1">
            <a:off x="7154325" y="3924763"/>
            <a:ext cx="474200" cy="1505350"/>
            <a:chOff x="3995775" y="-443725"/>
            <a:chExt cx="474200" cy="1505350"/>
          </a:xfrm>
        </p:grpSpPr>
        <p:sp>
          <p:nvSpPr>
            <p:cNvPr id="32" name="Google Shape;32;p2"/>
            <p:cNvSpPr/>
            <p:nvPr/>
          </p:nvSpPr>
          <p:spPr>
            <a:xfrm>
              <a:off x="4042125" y="-443725"/>
              <a:ext cx="427850" cy="1386800"/>
            </a:xfrm>
            <a:custGeom>
              <a:avLst/>
              <a:gdLst/>
              <a:ahLst/>
              <a:cxnLst/>
              <a:rect l="l" t="t" r="r" b="b"/>
              <a:pathLst>
                <a:path w="17114" h="55472" fill="none" extrusionOk="0">
                  <a:moveTo>
                    <a:pt x="1" y="55472"/>
                  </a:moveTo>
                  <a:lnTo>
                    <a:pt x="1" y="40669"/>
                  </a:lnTo>
                  <a:lnTo>
                    <a:pt x="17114" y="40669"/>
                  </a:lnTo>
                  <a:lnTo>
                    <a:pt x="17114" y="0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3995775" y="943825"/>
              <a:ext cx="117825" cy="117800"/>
            </a:xfrm>
            <a:custGeom>
              <a:avLst/>
              <a:gdLst/>
              <a:ahLst/>
              <a:cxnLst/>
              <a:rect l="l" t="t" r="r" b="b"/>
              <a:pathLst>
                <a:path w="4713" h="4712" fill="none" extrusionOk="0">
                  <a:moveTo>
                    <a:pt x="1" y="2006"/>
                  </a:moveTo>
                  <a:cubicBezTo>
                    <a:pt x="1" y="3830"/>
                    <a:pt x="2159" y="4712"/>
                    <a:pt x="3435" y="3465"/>
                  </a:cubicBezTo>
                  <a:cubicBezTo>
                    <a:pt x="4712" y="2189"/>
                    <a:pt x="3800" y="0"/>
                    <a:pt x="2007" y="0"/>
                  </a:cubicBezTo>
                  <a:cubicBezTo>
                    <a:pt x="882" y="0"/>
                    <a:pt x="1" y="912"/>
                    <a:pt x="1" y="2006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" name="Google Shape;34;p2"/>
          <p:cNvGrpSpPr/>
          <p:nvPr/>
        </p:nvGrpSpPr>
        <p:grpSpPr>
          <a:xfrm>
            <a:off x="6612948" y="5750"/>
            <a:ext cx="1195349" cy="1078296"/>
            <a:chOff x="4404625" y="-443721"/>
            <a:chExt cx="1195349" cy="1078296"/>
          </a:xfrm>
        </p:grpSpPr>
        <p:sp>
          <p:nvSpPr>
            <p:cNvPr id="35" name="Google Shape;35;p2"/>
            <p:cNvSpPr/>
            <p:nvPr/>
          </p:nvSpPr>
          <p:spPr>
            <a:xfrm>
              <a:off x="4501128" y="-443721"/>
              <a:ext cx="1098846" cy="1006875"/>
            </a:xfrm>
            <a:custGeom>
              <a:avLst/>
              <a:gdLst/>
              <a:ahLst/>
              <a:cxnLst/>
              <a:rect l="l" t="t" r="r" b="b"/>
              <a:pathLst>
                <a:path w="32677" h="40275" fill="none" extrusionOk="0">
                  <a:moveTo>
                    <a:pt x="1" y="40274"/>
                  </a:moveTo>
                  <a:lnTo>
                    <a:pt x="32676" y="40274"/>
                  </a:lnTo>
                  <a:lnTo>
                    <a:pt x="32676" y="0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4404625" y="516000"/>
              <a:ext cx="117825" cy="118575"/>
            </a:xfrm>
            <a:custGeom>
              <a:avLst/>
              <a:gdLst/>
              <a:ahLst/>
              <a:cxnLst/>
              <a:rect l="l" t="t" r="r" b="b"/>
              <a:pathLst>
                <a:path w="4713" h="4743" fill="none" extrusionOk="0">
                  <a:moveTo>
                    <a:pt x="1" y="2037"/>
                  </a:moveTo>
                  <a:cubicBezTo>
                    <a:pt x="1" y="3830"/>
                    <a:pt x="2159" y="4742"/>
                    <a:pt x="3436" y="3466"/>
                  </a:cubicBezTo>
                  <a:cubicBezTo>
                    <a:pt x="4712" y="2189"/>
                    <a:pt x="3800" y="1"/>
                    <a:pt x="2007" y="31"/>
                  </a:cubicBezTo>
                  <a:cubicBezTo>
                    <a:pt x="882" y="31"/>
                    <a:pt x="1" y="912"/>
                    <a:pt x="1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" name="Google Shape;37;p2"/>
          <p:cNvGrpSpPr/>
          <p:nvPr/>
        </p:nvGrpSpPr>
        <p:grpSpPr>
          <a:xfrm>
            <a:off x="7429151" y="-104276"/>
            <a:ext cx="1129225" cy="1439250"/>
            <a:chOff x="5173625" y="-443725"/>
            <a:chExt cx="1129225" cy="1439250"/>
          </a:xfrm>
        </p:grpSpPr>
        <p:sp>
          <p:nvSpPr>
            <p:cNvPr id="38" name="Google Shape;38;p2"/>
            <p:cNvSpPr/>
            <p:nvPr/>
          </p:nvSpPr>
          <p:spPr>
            <a:xfrm>
              <a:off x="5219975" y="-443725"/>
              <a:ext cx="1082875" cy="1320700"/>
            </a:xfrm>
            <a:custGeom>
              <a:avLst/>
              <a:gdLst/>
              <a:ahLst/>
              <a:cxnLst/>
              <a:rect l="l" t="t" r="r" b="b"/>
              <a:pathLst>
                <a:path w="43315" h="52828" fill="none" extrusionOk="0">
                  <a:moveTo>
                    <a:pt x="0" y="52828"/>
                  </a:moveTo>
                  <a:lnTo>
                    <a:pt x="0" y="25836"/>
                  </a:lnTo>
                  <a:lnTo>
                    <a:pt x="43314" y="25836"/>
                  </a:lnTo>
                  <a:lnTo>
                    <a:pt x="43314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5173625" y="876950"/>
              <a:ext cx="117800" cy="118575"/>
            </a:xfrm>
            <a:custGeom>
              <a:avLst/>
              <a:gdLst/>
              <a:ahLst/>
              <a:cxnLst/>
              <a:rect l="l" t="t" r="r" b="b"/>
              <a:pathLst>
                <a:path w="4712" h="4743" fill="none" extrusionOk="0">
                  <a:moveTo>
                    <a:pt x="0" y="2037"/>
                  </a:moveTo>
                  <a:cubicBezTo>
                    <a:pt x="0" y="3830"/>
                    <a:pt x="2158" y="4742"/>
                    <a:pt x="3435" y="3466"/>
                  </a:cubicBezTo>
                  <a:cubicBezTo>
                    <a:pt x="4711" y="2189"/>
                    <a:pt x="3800" y="1"/>
                    <a:pt x="2006" y="1"/>
                  </a:cubicBezTo>
                  <a:cubicBezTo>
                    <a:pt x="882" y="31"/>
                    <a:pt x="0" y="912"/>
                    <a:pt x="0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" name="Google Shape;40;p2"/>
          <p:cNvGrpSpPr/>
          <p:nvPr/>
        </p:nvGrpSpPr>
        <p:grpSpPr>
          <a:xfrm>
            <a:off x="3121150" y="-475160"/>
            <a:ext cx="482550" cy="1505350"/>
            <a:chOff x="3121150" y="-443725"/>
            <a:chExt cx="482550" cy="1505350"/>
          </a:xfrm>
        </p:grpSpPr>
        <p:sp>
          <p:nvSpPr>
            <p:cNvPr id="41" name="Google Shape;41;p2"/>
            <p:cNvSpPr/>
            <p:nvPr/>
          </p:nvSpPr>
          <p:spPr>
            <a:xfrm>
              <a:off x="3121150" y="-443725"/>
              <a:ext cx="427075" cy="1386800"/>
            </a:xfrm>
            <a:custGeom>
              <a:avLst/>
              <a:gdLst/>
              <a:ahLst/>
              <a:cxnLst/>
              <a:rect l="l" t="t" r="r" b="b"/>
              <a:pathLst>
                <a:path w="17083" h="55472" fill="none" extrusionOk="0">
                  <a:moveTo>
                    <a:pt x="17083" y="55472"/>
                  </a:moveTo>
                  <a:lnTo>
                    <a:pt x="17083" y="40669"/>
                  </a:lnTo>
                  <a:lnTo>
                    <a:pt x="0" y="40669"/>
                  </a:ln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3485125" y="943825"/>
              <a:ext cx="118575" cy="117800"/>
            </a:xfrm>
            <a:custGeom>
              <a:avLst/>
              <a:gdLst/>
              <a:ahLst/>
              <a:cxnLst/>
              <a:rect l="l" t="t" r="r" b="b"/>
              <a:pathLst>
                <a:path w="4743" h="4712" fill="none" extrusionOk="0">
                  <a:moveTo>
                    <a:pt x="4743" y="2006"/>
                  </a:moveTo>
                  <a:cubicBezTo>
                    <a:pt x="4743" y="3830"/>
                    <a:pt x="2554" y="4712"/>
                    <a:pt x="1277" y="3465"/>
                  </a:cubicBezTo>
                  <a:cubicBezTo>
                    <a:pt x="1" y="2189"/>
                    <a:pt x="913" y="0"/>
                    <a:pt x="2706" y="0"/>
                  </a:cubicBezTo>
                  <a:cubicBezTo>
                    <a:pt x="3831" y="0"/>
                    <a:pt x="4743" y="912"/>
                    <a:pt x="4743" y="2006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43;p2"/>
          <p:cNvGrpSpPr/>
          <p:nvPr/>
        </p:nvGrpSpPr>
        <p:grpSpPr>
          <a:xfrm>
            <a:off x="1990425" y="-467301"/>
            <a:ext cx="929375" cy="1078300"/>
            <a:chOff x="1990425" y="-443725"/>
            <a:chExt cx="929375" cy="1078300"/>
          </a:xfrm>
        </p:grpSpPr>
        <p:sp>
          <p:nvSpPr>
            <p:cNvPr id="44" name="Google Shape;44;p2"/>
            <p:cNvSpPr/>
            <p:nvPr/>
          </p:nvSpPr>
          <p:spPr>
            <a:xfrm>
              <a:off x="1990425" y="-443725"/>
              <a:ext cx="826800" cy="1006875"/>
            </a:xfrm>
            <a:custGeom>
              <a:avLst/>
              <a:gdLst/>
              <a:ahLst/>
              <a:cxnLst/>
              <a:rect l="l" t="t" r="r" b="b"/>
              <a:pathLst>
                <a:path w="33072" h="40275" fill="none" extrusionOk="0">
                  <a:moveTo>
                    <a:pt x="33071" y="40274"/>
                  </a:moveTo>
                  <a:lnTo>
                    <a:pt x="0" y="40274"/>
                  </a:ln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2801225" y="516000"/>
              <a:ext cx="118575" cy="118575"/>
            </a:xfrm>
            <a:custGeom>
              <a:avLst/>
              <a:gdLst/>
              <a:ahLst/>
              <a:cxnLst/>
              <a:rect l="l" t="t" r="r" b="b"/>
              <a:pathLst>
                <a:path w="4743" h="4743" fill="none" extrusionOk="0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3" y="31"/>
                    <a:pt x="2706" y="31"/>
                  </a:cubicBezTo>
                  <a:cubicBezTo>
                    <a:pt x="3831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" name="Google Shape;46;p2"/>
          <p:cNvGrpSpPr/>
          <p:nvPr/>
        </p:nvGrpSpPr>
        <p:grpSpPr>
          <a:xfrm>
            <a:off x="1287525" y="-467301"/>
            <a:ext cx="1138350" cy="1439250"/>
            <a:chOff x="1287525" y="-443725"/>
            <a:chExt cx="1138350" cy="1439250"/>
          </a:xfrm>
        </p:grpSpPr>
        <p:sp>
          <p:nvSpPr>
            <p:cNvPr id="47" name="Google Shape;47;p2"/>
            <p:cNvSpPr/>
            <p:nvPr/>
          </p:nvSpPr>
          <p:spPr>
            <a:xfrm>
              <a:off x="1287525" y="-443725"/>
              <a:ext cx="1082875" cy="1320700"/>
            </a:xfrm>
            <a:custGeom>
              <a:avLst/>
              <a:gdLst/>
              <a:ahLst/>
              <a:cxnLst/>
              <a:rect l="l" t="t" r="r" b="b"/>
              <a:pathLst>
                <a:path w="43315" h="52828" fill="none" extrusionOk="0">
                  <a:moveTo>
                    <a:pt x="43314" y="52828"/>
                  </a:moveTo>
                  <a:lnTo>
                    <a:pt x="43314" y="25836"/>
                  </a:lnTo>
                  <a:lnTo>
                    <a:pt x="0" y="25836"/>
                  </a:ln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2307300" y="876950"/>
              <a:ext cx="118575" cy="118575"/>
            </a:xfrm>
            <a:custGeom>
              <a:avLst/>
              <a:gdLst/>
              <a:ahLst/>
              <a:cxnLst/>
              <a:rect l="l" t="t" r="r" b="b"/>
              <a:pathLst>
                <a:path w="4743" h="4743" fill="none" extrusionOk="0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" name="Google Shape;49;p2"/>
          <p:cNvGrpSpPr/>
          <p:nvPr/>
        </p:nvGrpSpPr>
        <p:grpSpPr>
          <a:xfrm>
            <a:off x="-241900" y="488800"/>
            <a:ext cx="1375425" cy="572805"/>
            <a:chOff x="-241900" y="154825"/>
            <a:chExt cx="1375425" cy="572805"/>
          </a:xfrm>
        </p:grpSpPr>
        <p:sp>
          <p:nvSpPr>
            <p:cNvPr id="50" name="Google Shape;50;p2"/>
            <p:cNvSpPr/>
            <p:nvPr/>
          </p:nvSpPr>
          <p:spPr>
            <a:xfrm>
              <a:off x="-241900" y="201925"/>
              <a:ext cx="1272850" cy="525705"/>
            </a:xfrm>
            <a:custGeom>
              <a:avLst/>
              <a:gdLst/>
              <a:ahLst/>
              <a:cxnLst/>
              <a:rect l="l" t="t" r="r" b="b"/>
              <a:pathLst>
                <a:path w="50914" h="44075" fill="none" extrusionOk="0">
                  <a:moveTo>
                    <a:pt x="0" y="44074"/>
                  </a:moveTo>
                  <a:lnTo>
                    <a:pt x="25077" y="44074"/>
                  </a:lnTo>
                  <a:lnTo>
                    <a:pt x="25077" y="1"/>
                  </a:lnTo>
                  <a:lnTo>
                    <a:pt x="50913" y="1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1015725" y="154825"/>
              <a:ext cx="117800" cy="118550"/>
            </a:xfrm>
            <a:custGeom>
              <a:avLst/>
              <a:gdLst/>
              <a:ahLst/>
              <a:cxnLst/>
              <a:rect l="l" t="t" r="r" b="b"/>
              <a:pathLst>
                <a:path w="4712" h="4742" fill="none" extrusionOk="0">
                  <a:moveTo>
                    <a:pt x="4712" y="2037"/>
                  </a:moveTo>
                  <a:cubicBezTo>
                    <a:pt x="4712" y="3830"/>
                    <a:pt x="2554" y="4742"/>
                    <a:pt x="1277" y="3465"/>
                  </a:cubicBezTo>
                  <a:cubicBezTo>
                    <a:pt x="0" y="2189"/>
                    <a:pt x="882" y="30"/>
                    <a:pt x="2705" y="30"/>
                  </a:cubicBezTo>
                  <a:cubicBezTo>
                    <a:pt x="3800" y="0"/>
                    <a:pt x="4712" y="912"/>
                    <a:pt x="4712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" name="Google Shape;52;p2"/>
          <p:cNvGrpSpPr/>
          <p:nvPr/>
        </p:nvGrpSpPr>
        <p:grpSpPr>
          <a:xfrm>
            <a:off x="3995775" y="-475160"/>
            <a:ext cx="474200" cy="1505350"/>
            <a:chOff x="3995775" y="-443725"/>
            <a:chExt cx="474200" cy="1505350"/>
          </a:xfrm>
        </p:grpSpPr>
        <p:sp>
          <p:nvSpPr>
            <p:cNvPr id="53" name="Google Shape;53;p2"/>
            <p:cNvSpPr/>
            <p:nvPr/>
          </p:nvSpPr>
          <p:spPr>
            <a:xfrm>
              <a:off x="4042125" y="-443725"/>
              <a:ext cx="427850" cy="1386800"/>
            </a:xfrm>
            <a:custGeom>
              <a:avLst/>
              <a:gdLst/>
              <a:ahLst/>
              <a:cxnLst/>
              <a:rect l="l" t="t" r="r" b="b"/>
              <a:pathLst>
                <a:path w="17114" h="55472" fill="none" extrusionOk="0">
                  <a:moveTo>
                    <a:pt x="1" y="55472"/>
                  </a:moveTo>
                  <a:lnTo>
                    <a:pt x="1" y="40669"/>
                  </a:lnTo>
                  <a:lnTo>
                    <a:pt x="17114" y="40669"/>
                  </a:lnTo>
                  <a:lnTo>
                    <a:pt x="17114" y="0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3995775" y="943825"/>
              <a:ext cx="117825" cy="117800"/>
            </a:xfrm>
            <a:custGeom>
              <a:avLst/>
              <a:gdLst/>
              <a:ahLst/>
              <a:cxnLst/>
              <a:rect l="l" t="t" r="r" b="b"/>
              <a:pathLst>
                <a:path w="4713" h="4712" fill="none" extrusionOk="0">
                  <a:moveTo>
                    <a:pt x="1" y="2006"/>
                  </a:moveTo>
                  <a:cubicBezTo>
                    <a:pt x="1" y="3830"/>
                    <a:pt x="2159" y="4712"/>
                    <a:pt x="3435" y="3465"/>
                  </a:cubicBezTo>
                  <a:cubicBezTo>
                    <a:pt x="4712" y="2189"/>
                    <a:pt x="3800" y="0"/>
                    <a:pt x="2007" y="0"/>
                  </a:cubicBezTo>
                  <a:cubicBezTo>
                    <a:pt x="882" y="0"/>
                    <a:pt x="1" y="912"/>
                    <a:pt x="1" y="2006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" name="Google Shape;55;p2"/>
          <p:cNvGrpSpPr/>
          <p:nvPr/>
        </p:nvGrpSpPr>
        <p:grpSpPr>
          <a:xfrm>
            <a:off x="4679675" y="-467301"/>
            <a:ext cx="920275" cy="1078300"/>
            <a:chOff x="4679675" y="-443725"/>
            <a:chExt cx="920275" cy="1078300"/>
          </a:xfrm>
        </p:grpSpPr>
        <p:sp>
          <p:nvSpPr>
            <p:cNvPr id="56" name="Google Shape;56;p2"/>
            <p:cNvSpPr/>
            <p:nvPr/>
          </p:nvSpPr>
          <p:spPr>
            <a:xfrm>
              <a:off x="4783025" y="-443725"/>
              <a:ext cx="816925" cy="1006875"/>
            </a:xfrm>
            <a:custGeom>
              <a:avLst/>
              <a:gdLst/>
              <a:ahLst/>
              <a:cxnLst/>
              <a:rect l="l" t="t" r="r" b="b"/>
              <a:pathLst>
                <a:path w="32677" h="40275" fill="none" extrusionOk="0">
                  <a:moveTo>
                    <a:pt x="1" y="40274"/>
                  </a:moveTo>
                  <a:lnTo>
                    <a:pt x="32676" y="40274"/>
                  </a:lnTo>
                  <a:lnTo>
                    <a:pt x="32676" y="0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4679675" y="516000"/>
              <a:ext cx="117825" cy="118575"/>
            </a:xfrm>
            <a:custGeom>
              <a:avLst/>
              <a:gdLst/>
              <a:ahLst/>
              <a:cxnLst/>
              <a:rect l="l" t="t" r="r" b="b"/>
              <a:pathLst>
                <a:path w="4713" h="4743" fill="none" extrusionOk="0">
                  <a:moveTo>
                    <a:pt x="1" y="2037"/>
                  </a:moveTo>
                  <a:cubicBezTo>
                    <a:pt x="1" y="3830"/>
                    <a:pt x="2159" y="4742"/>
                    <a:pt x="3436" y="3466"/>
                  </a:cubicBezTo>
                  <a:cubicBezTo>
                    <a:pt x="4712" y="2189"/>
                    <a:pt x="3800" y="1"/>
                    <a:pt x="2007" y="31"/>
                  </a:cubicBezTo>
                  <a:cubicBezTo>
                    <a:pt x="882" y="31"/>
                    <a:pt x="1" y="912"/>
                    <a:pt x="1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" name="Google Shape;58;p2"/>
          <p:cNvGrpSpPr/>
          <p:nvPr/>
        </p:nvGrpSpPr>
        <p:grpSpPr>
          <a:xfrm>
            <a:off x="5173625" y="-467301"/>
            <a:ext cx="1129225" cy="1439250"/>
            <a:chOff x="5173625" y="-443725"/>
            <a:chExt cx="1129225" cy="1439250"/>
          </a:xfrm>
        </p:grpSpPr>
        <p:sp>
          <p:nvSpPr>
            <p:cNvPr id="59" name="Google Shape;59;p2"/>
            <p:cNvSpPr/>
            <p:nvPr/>
          </p:nvSpPr>
          <p:spPr>
            <a:xfrm>
              <a:off x="5219975" y="-443725"/>
              <a:ext cx="1082875" cy="1320700"/>
            </a:xfrm>
            <a:custGeom>
              <a:avLst/>
              <a:gdLst/>
              <a:ahLst/>
              <a:cxnLst/>
              <a:rect l="l" t="t" r="r" b="b"/>
              <a:pathLst>
                <a:path w="43315" h="52828" fill="none" extrusionOk="0">
                  <a:moveTo>
                    <a:pt x="0" y="52828"/>
                  </a:moveTo>
                  <a:lnTo>
                    <a:pt x="0" y="25836"/>
                  </a:lnTo>
                  <a:lnTo>
                    <a:pt x="43314" y="25836"/>
                  </a:lnTo>
                  <a:lnTo>
                    <a:pt x="43314" y="0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5173625" y="876950"/>
              <a:ext cx="117800" cy="118575"/>
            </a:xfrm>
            <a:custGeom>
              <a:avLst/>
              <a:gdLst/>
              <a:ahLst/>
              <a:cxnLst/>
              <a:rect l="l" t="t" r="r" b="b"/>
              <a:pathLst>
                <a:path w="4712" h="4743" fill="none" extrusionOk="0">
                  <a:moveTo>
                    <a:pt x="0" y="2037"/>
                  </a:moveTo>
                  <a:cubicBezTo>
                    <a:pt x="0" y="3830"/>
                    <a:pt x="2158" y="4742"/>
                    <a:pt x="3435" y="3466"/>
                  </a:cubicBezTo>
                  <a:cubicBezTo>
                    <a:pt x="4711" y="2189"/>
                    <a:pt x="3800" y="1"/>
                    <a:pt x="2006" y="1"/>
                  </a:cubicBezTo>
                  <a:cubicBezTo>
                    <a:pt x="882" y="31"/>
                    <a:pt x="0" y="912"/>
                    <a:pt x="0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" name="Google Shape;61;p2"/>
          <p:cNvGrpSpPr/>
          <p:nvPr/>
        </p:nvGrpSpPr>
        <p:grpSpPr>
          <a:xfrm rot="-5400000">
            <a:off x="7480661" y="4711608"/>
            <a:ext cx="2014791" cy="719731"/>
            <a:chOff x="-85249" y="4203623"/>
            <a:chExt cx="2014791" cy="719731"/>
          </a:xfrm>
        </p:grpSpPr>
        <p:grpSp>
          <p:nvGrpSpPr>
            <p:cNvPr id="62" name="Google Shape;62;p2"/>
            <p:cNvGrpSpPr/>
            <p:nvPr/>
          </p:nvGrpSpPr>
          <p:grpSpPr>
            <a:xfrm>
              <a:off x="-85249" y="4203623"/>
              <a:ext cx="2014791" cy="469195"/>
              <a:chOff x="-35118" y="4163517"/>
              <a:chExt cx="2014791" cy="469195"/>
            </a:xfrm>
          </p:grpSpPr>
          <p:sp>
            <p:nvSpPr>
              <p:cNvPr id="63" name="Google Shape;63;p2"/>
              <p:cNvSpPr/>
              <p:nvPr/>
            </p:nvSpPr>
            <p:spPr>
              <a:xfrm rot="-5400000">
                <a:off x="712889" y="3459167"/>
                <a:ext cx="425539" cy="1921552"/>
              </a:xfrm>
              <a:custGeom>
                <a:avLst/>
                <a:gdLst/>
                <a:ahLst/>
                <a:cxnLst/>
                <a:rect l="l" t="t" r="r" b="b"/>
                <a:pathLst>
                  <a:path w="11430" h="51613" extrusionOk="0">
                    <a:moveTo>
                      <a:pt x="0" y="1"/>
                    </a:moveTo>
                    <a:lnTo>
                      <a:pt x="0" y="17995"/>
                    </a:lnTo>
                    <a:lnTo>
                      <a:pt x="31" y="18056"/>
                    </a:lnTo>
                    <a:cubicBezTo>
                      <a:pt x="61" y="18117"/>
                      <a:pt x="91" y="18147"/>
                      <a:pt x="122" y="18177"/>
                    </a:cubicBezTo>
                    <a:lnTo>
                      <a:pt x="10852" y="28877"/>
                    </a:lnTo>
                    <a:lnTo>
                      <a:pt x="10852" y="51612"/>
                    </a:lnTo>
                    <a:lnTo>
                      <a:pt x="11429" y="51612"/>
                    </a:lnTo>
                    <a:lnTo>
                      <a:pt x="11429" y="28633"/>
                    </a:lnTo>
                    <a:lnTo>
                      <a:pt x="669" y="17873"/>
                    </a:lnTo>
                    <a:lnTo>
                      <a:pt x="608" y="17813"/>
                    </a:lnTo>
                    <a:lnTo>
                      <a:pt x="608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2"/>
              <p:cNvSpPr/>
              <p:nvPr/>
            </p:nvSpPr>
            <p:spPr>
              <a:xfrm>
                <a:off x="1861099" y="4163517"/>
                <a:ext cx="118575" cy="118575"/>
              </a:xfrm>
              <a:custGeom>
                <a:avLst/>
                <a:gdLst/>
                <a:ahLst/>
                <a:cxnLst/>
                <a:rect l="l" t="t" r="r" b="b"/>
                <a:pathLst>
                  <a:path w="4743" h="4743" fill="none" extrusionOk="0">
                    <a:moveTo>
                      <a:pt x="4742" y="2037"/>
                    </a:moveTo>
                    <a:cubicBezTo>
                      <a:pt x="4742" y="3830"/>
                      <a:pt x="2554" y="4742"/>
                      <a:pt x="1277" y="3466"/>
                    </a:cubicBezTo>
                    <a:cubicBezTo>
                      <a:pt x="1" y="2189"/>
                      <a:pt x="912" y="31"/>
                      <a:pt x="2706" y="1"/>
                    </a:cubicBezTo>
                    <a:cubicBezTo>
                      <a:pt x="3830" y="1"/>
                      <a:pt x="4742" y="912"/>
                      <a:pt x="4742" y="2037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5" name="Google Shape;65;p2"/>
            <p:cNvGrpSpPr/>
            <p:nvPr/>
          </p:nvGrpSpPr>
          <p:grpSpPr>
            <a:xfrm>
              <a:off x="-85249" y="4454155"/>
              <a:ext cx="2014791" cy="469199"/>
              <a:chOff x="-35118" y="4345992"/>
              <a:chExt cx="2014791" cy="469199"/>
            </a:xfrm>
          </p:grpSpPr>
          <p:sp>
            <p:nvSpPr>
              <p:cNvPr id="66" name="Google Shape;66;p2"/>
              <p:cNvSpPr/>
              <p:nvPr/>
            </p:nvSpPr>
            <p:spPr>
              <a:xfrm rot="-5400000">
                <a:off x="712889" y="3641646"/>
                <a:ext cx="425539" cy="1921552"/>
              </a:xfrm>
              <a:custGeom>
                <a:avLst/>
                <a:gdLst/>
                <a:ahLst/>
                <a:cxnLst/>
                <a:rect l="l" t="t" r="r" b="b"/>
                <a:pathLst>
                  <a:path w="11430" h="51613" extrusionOk="0">
                    <a:moveTo>
                      <a:pt x="0" y="1"/>
                    </a:moveTo>
                    <a:lnTo>
                      <a:pt x="0" y="17995"/>
                    </a:lnTo>
                    <a:lnTo>
                      <a:pt x="31" y="18056"/>
                    </a:lnTo>
                    <a:cubicBezTo>
                      <a:pt x="61" y="18117"/>
                      <a:pt x="91" y="18147"/>
                      <a:pt x="122" y="18177"/>
                    </a:cubicBezTo>
                    <a:lnTo>
                      <a:pt x="10852" y="28877"/>
                    </a:lnTo>
                    <a:lnTo>
                      <a:pt x="10852" y="51612"/>
                    </a:lnTo>
                    <a:lnTo>
                      <a:pt x="11429" y="51612"/>
                    </a:lnTo>
                    <a:lnTo>
                      <a:pt x="11429" y="28633"/>
                    </a:lnTo>
                    <a:lnTo>
                      <a:pt x="669" y="17873"/>
                    </a:lnTo>
                    <a:lnTo>
                      <a:pt x="608" y="17813"/>
                    </a:lnTo>
                    <a:lnTo>
                      <a:pt x="608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2"/>
              <p:cNvSpPr/>
              <p:nvPr/>
            </p:nvSpPr>
            <p:spPr>
              <a:xfrm>
                <a:off x="1861099" y="4345992"/>
                <a:ext cx="118575" cy="118575"/>
              </a:xfrm>
              <a:custGeom>
                <a:avLst/>
                <a:gdLst/>
                <a:ahLst/>
                <a:cxnLst/>
                <a:rect l="l" t="t" r="r" b="b"/>
                <a:pathLst>
                  <a:path w="4743" h="4743" fill="none" extrusionOk="0">
                    <a:moveTo>
                      <a:pt x="4742" y="2037"/>
                    </a:moveTo>
                    <a:cubicBezTo>
                      <a:pt x="4742" y="3830"/>
                      <a:pt x="2554" y="4742"/>
                      <a:pt x="1277" y="3466"/>
                    </a:cubicBezTo>
                    <a:cubicBezTo>
                      <a:pt x="1" y="2189"/>
                      <a:pt x="912" y="31"/>
                      <a:pt x="2706" y="1"/>
                    </a:cubicBezTo>
                    <a:cubicBezTo>
                      <a:pt x="3830" y="1"/>
                      <a:pt x="4742" y="912"/>
                      <a:pt x="4742" y="2037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8" name="Google Shape;68;p2"/>
          <p:cNvSpPr txBox="1">
            <a:spLocks noGrp="1"/>
          </p:cNvSpPr>
          <p:nvPr>
            <p:ph type="ctrTitle"/>
          </p:nvPr>
        </p:nvSpPr>
        <p:spPr>
          <a:xfrm>
            <a:off x="929225" y="1472135"/>
            <a:ext cx="5411400" cy="18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2"/>
          <p:cNvSpPr txBox="1">
            <a:spLocks noGrp="1"/>
          </p:cNvSpPr>
          <p:nvPr>
            <p:ph type="subTitle" idx="1"/>
          </p:nvPr>
        </p:nvSpPr>
        <p:spPr>
          <a:xfrm>
            <a:off x="929213" y="3288800"/>
            <a:ext cx="50055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"/>
          <p:cNvSpPr txBox="1">
            <a:spLocks noGrp="1"/>
          </p:cNvSpPr>
          <p:nvPr>
            <p:ph type="title"/>
          </p:nvPr>
        </p:nvSpPr>
        <p:spPr>
          <a:xfrm>
            <a:off x="2450700" y="3072854"/>
            <a:ext cx="4242600" cy="61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2" name="Google Shape;72;p3"/>
          <p:cNvSpPr txBox="1">
            <a:spLocks noGrp="1"/>
          </p:cNvSpPr>
          <p:nvPr>
            <p:ph type="title" idx="2" hasCustomPrompt="1"/>
          </p:nvPr>
        </p:nvSpPr>
        <p:spPr>
          <a:xfrm>
            <a:off x="3995121" y="1227576"/>
            <a:ext cx="1157400" cy="1157400"/>
          </a:xfrm>
          <a:prstGeom prst="rect">
            <a:avLst/>
          </a:prstGeom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73" name="Google Shape;73;p3"/>
          <p:cNvSpPr txBox="1">
            <a:spLocks noGrp="1"/>
          </p:cNvSpPr>
          <p:nvPr>
            <p:ph type="subTitle" idx="1"/>
          </p:nvPr>
        </p:nvSpPr>
        <p:spPr>
          <a:xfrm>
            <a:off x="2509200" y="3652872"/>
            <a:ext cx="4125600" cy="41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4" name="Google Shape;74;p3"/>
          <p:cNvGrpSpPr/>
          <p:nvPr/>
        </p:nvGrpSpPr>
        <p:grpSpPr>
          <a:xfrm flipH="1">
            <a:off x="7153751" y="4056822"/>
            <a:ext cx="2074949" cy="962378"/>
            <a:chOff x="-85249" y="3960975"/>
            <a:chExt cx="2074949" cy="962378"/>
          </a:xfrm>
        </p:grpSpPr>
        <p:grpSp>
          <p:nvGrpSpPr>
            <p:cNvPr id="75" name="Google Shape;75;p3"/>
            <p:cNvGrpSpPr/>
            <p:nvPr/>
          </p:nvGrpSpPr>
          <p:grpSpPr>
            <a:xfrm>
              <a:off x="-44137" y="3960975"/>
              <a:ext cx="2033837" cy="459179"/>
              <a:chOff x="-101291" y="3971002"/>
              <a:chExt cx="2033837" cy="459179"/>
            </a:xfrm>
          </p:grpSpPr>
          <p:sp>
            <p:nvSpPr>
              <p:cNvPr id="76" name="Google Shape;76;p3"/>
              <p:cNvSpPr/>
              <p:nvPr/>
            </p:nvSpPr>
            <p:spPr>
              <a:xfrm rot="-5400000">
                <a:off x="646715" y="3256635"/>
                <a:ext cx="425539" cy="1921552"/>
              </a:xfrm>
              <a:custGeom>
                <a:avLst/>
                <a:gdLst/>
                <a:ahLst/>
                <a:cxnLst/>
                <a:rect l="l" t="t" r="r" b="b"/>
                <a:pathLst>
                  <a:path w="11430" h="51613" extrusionOk="0">
                    <a:moveTo>
                      <a:pt x="0" y="1"/>
                    </a:moveTo>
                    <a:lnTo>
                      <a:pt x="0" y="17995"/>
                    </a:lnTo>
                    <a:lnTo>
                      <a:pt x="31" y="18056"/>
                    </a:lnTo>
                    <a:cubicBezTo>
                      <a:pt x="61" y="18117"/>
                      <a:pt x="91" y="18147"/>
                      <a:pt x="122" y="18177"/>
                    </a:cubicBezTo>
                    <a:lnTo>
                      <a:pt x="10852" y="28877"/>
                    </a:lnTo>
                    <a:lnTo>
                      <a:pt x="10852" y="51612"/>
                    </a:lnTo>
                    <a:lnTo>
                      <a:pt x="11429" y="51612"/>
                    </a:lnTo>
                    <a:lnTo>
                      <a:pt x="11429" y="28633"/>
                    </a:lnTo>
                    <a:lnTo>
                      <a:pt x="669" y="17873"/>
                    </a:lnTo>
                    <a:lnTo>
                      <a:pt x="608" y="17813"/>
                    </a:lnTo>
                    <a:lnTo>
                      <a:pt x="60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3"/>
              <p:cNvSpPr/>
              <p:nvPr/>
            </p:nvSpPr>
            <p:spPr>
              <a:xfrm>
                <a:off x="1813971" y="3971002"/>
                <a:ext cx="118575" cy="118575"/>
              </a:xfrm>
              <a:custGeom>
                <a:avLst/>
                <a:gdLst/>
                <a:ahLst/>
                <a:cxnLst/>
                <a:rect l="l" t="t" r="r" b="b"/>
                <a:pathLst>
                  <a:path w="4743" h="4743" fill="none" extrusionOk="0">
                    <a:moveTo>
                      <a:pt x="4742" y="2037"/>
                    </a:moveTo>
                    <a:cubicBezTo>
                      <a:pt x="4742" y="3830"/>
                      <a:pt x="2554" y="4742"/>
                      <a:pt x="1277" y="3466"/>
                    </a:cubicBezTo>
                    <a:cubicBezTo>
                      <a:pt x="1" y="2189"/>
                      <a:pt x="912" y="31"/>
                      <a:pt x="2706" y="1"/>
                    </a:cubicBezTo>
                    <a:cubicBezTo>
                      <a:pt x="3830" y="1"/>
                      <a:pt x="4742" y="912"/>
                      <a:pt x="4742" y="2037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accent2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" name="Google Shape;78;p3"/>
            <p:cNvGrpSpPr/>
            <p:nvPr/>
          </p:nvGrpSpPr>
          <p:grpSpPr>
            <a:xfrm>
              <a:off x="-85249" y="4203623"/>
              <a:ext cx="2014791" cy="469195"/>
              <a:chOff x="-35118" y="4163517"/>
              <a:chExt cx="2014791" cy="469195"/>
            </a:xfrm>
          </p:grpSpPr>
          <p:sp>
            <p:nvSpPr>
              <p:cNvPr id="79" name="Google Shape;79;p3"/>
              <p:cNvSpPr/>
              <p:nvPr/>
            </p:nvSpPr>
            <p:spPr>
              <a:xfrm rot="-5400000">
                <a:off x="712889" y="3459167"/>
                <a:ext cx="425539" cy="1921552"/>
              </a:xfrm>
              <a:custGeom>
                <a:avLst/>
                <a:gdLst/>
                <a:ahLst/>
                <a:cxnLst/>
                <a:rect l="l" t="t" r="r" b="b"/>
                <a:pathLst>
                  <a:path w="11430" h="51613" extrusionOk="0">
                    <a:moveTo>
                      <a:pt x="0" y="1"/>
                    </a:moveTo>
                    <a:lnTo>
                      <a:pt x="0" y="17995"/>
                    </a:lnTo>
                    <a:lnTo>
                      <a:pt x="31" y="18056"/>
                    </a:lnTo>
                    <a:cubicBezTo>
                      <a:pt x="61" y="18117"/>
                      <a:pt x="91" y="18147"/>
                      <a:pt x="122" y="18177"/>
                    </a:cubicBezTo>
                    <a:lnTo>
                      <a:pt x="10852" y="28877"/>
                    </a:lnTo>
                    <a:lnTo>
                      <a:pt x="10852" y="51612"/>
                    </a:lnTo>
                    <a:lnTo>
                      <a:pt x="11429" y="51612"/>
                    </a:lnTo>
                    <a:lnTo>
                      <a:pt x="11429" y="28633"/>
                    </a:lnTo>
                    <a:lnTo>
                      <a:pt x="669" y="17873"/>
                    </a:lnTo>
                    <a:lnTo>
                      <a:pt x="608" y="17813"/>
                    </a:lnTo>
                    <a:lnTo>
                      <a:pt x="608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1861099" y="4163517"/>
                <a:ext cx="118575" cy="118575"/>
              </a:xfrm>
              <a:custGeom>
                <a:avLst/>
                <a:gdLst/>
                <a:ahLst/>
                <a:cxnLst/>
                <a:rect l="l" t="t" r="r" b="b"/>
                <a:pathLst>
                  <a:path w="4743" h="4743" fill="none" extrusionOk="0">
                    <a:moveTo>
                      <a:pt x="4742" y="2037"/>
                    </a:moveTo>
                    <a:cubicBezTo>
                      <a:pt x="4742" y="3830"/>
                      <a:pt x="2554" y="4742"/>
                      <a:pt x="1277" y="3466"/>
                    </a:cubicBezTo>
                    <a:cubicBezTo>
                      <a:pt x="1" y="2189"/>
                      <a:pt x="912" y="31"/>
                      <a:pt x="2706" y="1"/>
                    </a:cubicBezTo>
                    <a:cubicBezTo>
                      <a:pt x="3830" y="1"/>
                      <a:pt x="4742" y="912"/>
                      <a:pt x="4742" y="2037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1" name="Google Shape;81;p3"/>
            <p:cNvGrpSpPr/>
            <p:nvPr/>
          </p:nvGrpSpPr>
          <p:grpSpPr>
            <a:xfrm>
              <a:off x="-85249" y="4454155"/>
              <a:ext cx="2014791" cy="469199"/>
              <a:chOff x="-35118" y="4345992"/>
              <a:chExt cx="2014791" cy="469199"/>
            </a:xfrm>
          </p:grpSpPr>
          <p:sp>
            <p:nvSpPr>
              <p:cNvPr id="82" name="Google Shape;82;p3"/>
              <p:cNvSpPr/>
              <p:nvPr/>
            </p:nvSpPr>
            <p:spPr>
              <a:xfrm rot="-5400000">
                <a:off x="712889" y="3641646"/>
                <a:ext cx="425539" cy="1921552"/>
              </a:xfrm>
              <a:custGeom>
                <a:avLst/>
                <a:gdLst/>
                <a:ahLst/>
                <a:cxnLst/>
                <a:rect l="l" t="t" r="r" b="b"/>
                <a:pathLst>
                  <a:path w="11430" h="51613" extrusionOk="0">
                    <a:moveTo>
                      <a:pt x="0" y="1"/>
                    </a:moveTo>
                    <a:lnTo>
                      <a:pt x="0" y="17995"/>
                    </a:lnTo>
                    <a:lnTo>
                      <a:pt x="31" y="18056"/>
                    </a:lnTo>
                    <a:cubicBezTo>
                      <a:pt x="61" y="18117"/>
                      <a:pt x="91" y="18147"/>
                      <a:pt x="122" y="18177"/>
                    </a:cubicBezTo>
                    <a:lnTo>
                      <a:pt x="10852" y="28877"/>
                    </a:lnTo>
                    <a:lnTo>
                      <a:pt x="10852" y="51612"/>
                    </a:lnTo>
                    <a:lnTo>
                      <a:pt x="11429" y="51612"/>
                    </a:lnTo>
                    <a:lnTo>
                      <a:pt x="11429" y="28633"/>
                    </a:lnTo>
                    <a:lnTo>
                      <a:pt x="669" y="17873"/>
                    </a:lnTo>
                    <a:lnTo>
                      <a:pt x="608" y="17813"/>
                    </a:lnTo>
                    <a:lnTo>
                      <a:pt x="608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83;p3"/>
              <p:cNvSpPr/>
              <p:nvPr/>
            </p:nvSpPr>
            <p:spPr>
              <a:xfrm>
                <a:off x="1861099" y="4345992"/>
                <a:ext cx="118575" cy="118575"/>
              </a:xfrm>
              <a:custGeom>
                <a:avLst/>
                <a:gdLst/>
                <a:ahLst/>
                <a:cxnLst/>
                <a:rect l="l" t="t" r="r" b="b"/>
                <a:pathLst>
                  <a:path w="4743" h="4743" fill="none" extrusionOk="0">
                    <a:moveTo>
                      <a:pt x="4742" y="2037"/>
                    </a:moveTo>
                    <a:cubicBezTo>
                      <a:pt x="4742" y="3830"/>
                      <a:pt x="2554" y="4742"/>
                      <a:pt x="1277" y="3466"/>
                    </a:cubicBezTo>
                    <a:cubicBezTo>
                      <a:pt x="1" y="2189"/>
                      <a:pt x="912" y="31"/>
                      <a:pt x="2706" y="1"/>
                    </a:cubicBezTo>
                    <a:cubicBezTo>
                      <a:pt x="3830" y="1"/>
                      <a:pt x="4742" y="912"/>
                      <a:pt x="4742" y="2037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4" name="Google Shape;84;p3"/>
          <p:cNvGrpSpPr/>
          <p:nvPr/>
        </p:nvGrpSpPr>
        <p:grpSpPr>
          <a:xfrm flipH="1">
            <a:off x="323625" y="3807546"/>
            <a:ext cx="1138350" cy="1418750"/>
            <a:chOff x="1287525" y="3801250"/>
            <a:chExt cx="1138350" cy="1418750"/>
          </a:xfrm>
        </p:grpSpPr>
        <p:sp>
          <p:nvSpPr>
            <p:cNvPr id="85" name="Google Shape;85;p3"/>
            <p:cNvSpPr/>
            <p:nvPr/>
          </p:nvSpPr>
          <p:spPr>
            <a:xfrm>
              <a:off x="1287525" y="3909150"/>
              <a:ext cx="1082875" cy="1310850"/>
            </a:xfrm>
            <a:custGeom>
              <a:avLst/>
              <a:gdLst/>
              <a:ahLst/>
              <a:cxnLst/>
              <a:rect l="l" t="t" r="r" b="b"/>
              <a:pathLst>
                <a:path w="43315" h="52434" fill="none" extrusionOk="0">
                  <a:moveTo>
                    <a:pt x="43314" y="1"/>
                  </a:moveTo>
                  <a:lnTo>
                    <a:pt x="43314" y="27357"/>
                  </a:lnTo>
                  <a:lnTo>
                    <a:pt x="0" y="27357"/>
                  </a:lnTo>
                  <a:lnTo>
                    <a:pt x="0" y="52433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2307300" y="3801250"/>
              <a:ext cx="118575" cy="117825"/>
            </a:xfrm>
            <a:custGeom>
              <a:avLst/>
              <a:gdLst/>
              <a:ahLst/>
              <a:cxnLst/>
              <a:rect l="l" t="t" r="r" b="b"/>
              <a:pathLst>
                <a:path w="4743" h="4713" fill="none" extrusionOk="0">
                  <a:moveTo>
                    <a:pt x="4742" y="2706"/>
                  </a:moveTo>
                  <a:cubicBezTo>
                    <a:pt x="4742" y="913"/>
                    <a:pt x="2554" y="1"/>
                    <a:pt x="1277" y="1277"/>
                  </a:cubicBezTo>
                  <a:cubicBezTo>
                    <a:pt x="1" y="2554"/>
                    <a:pt x="912" y="4712"/>
                    <a:pt x="2706" y="4712"/>
                  </a:cubicBezTo>
                  <a:cubicBezTo>
                    <a:pt x="3830" y="4712"/>
                    <a:pt x="4742" y="3831"/>
                    <a:pt x="4742" y="2706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" name="Google Shape;87;p3"/>
          <p:cNvGrpSpPr/>
          <p:nvPr/>
        </p:nvGrpSpPr>
        <p:grpSpPr>
          <a:xfrm flipH="1">
            <a:off x="210775" y="4159825"/>
            <a:ext cx="929375" cy="1057800"/>
            <a:chOff x="8076400" y="4159825"/>
            <a:chExt cx="929375" cy="1057800"/>
          </a:xfrm>
        </p:grpSpPr>
        <p:sp>
          <p:nvSpPr>
            <p:cNvPr id="88" name="Google Shape;88;p3"/>
            <p:cNvSpPr/>
            <p:nvPr/>
          </p:nvSpPr>
          <p:spPr>
            <a:xfrm flipH="1">
              <a:off x="8178975" y="4229750"/>
              <a:ext cx="826800" cy="987875"/>
            </a:xfrm>
            <a:custGeom>
              <a:avLst/>
              <a:gdLst/>
              <a:ahLst/>
              <a:cxnLst/>
              <a:rect l="l" t="t" r="r" b="b"/>
              <a:pathLst>
                <a:path w="33072" h="39515" fill="none" extrusionOk="0">
                  <a:moveTo>
                    <a:pt x="33071" y="0"/>
                  </a:moveTo>
                  <a:lnTo>
                    <a:pt x="0" y="0"/>
                  </a:lnTo>
                  <a:lnTo>
                    <a:pt x="0" y="39514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3"/>
            <p:cNvSpPr/>
            <p:nvPr/>
          </p:nvSpPr>
          <p:spPr>
            <a:xfrm flipH="1">
              <a:off x="8076400" y="4159825"/>
              <a:ext cx="118575" cy="117825"/>
            </a:xfrm>
            <a:custGeom>
              <a:avLst/>
              <a:gdLst/>
              <a:ahLst/>
              <a:cxnLst/>
              <a:rect l="l" t="t" r="r" b="b"/>
              <a:pathLst>
                <a:path w="4743" h="4713" fill="none" extrusionOk="0">
                  <a:moveTo>
                    <a:pt x="4742" y="2706"/>
                  </a:moveTo>
                  <a:cubicBezTo>
                    <a:pt x="4742" y="913"/>
                    <a:pt x="2554" y="1"/>
                    <a:pt x="1277" y="1277"/>
                  </a:cubicBezTo>
                  <a:cubicBezTo>
                    <a:pt x="1" y="2554"/>
                    <a:pt x="913" y="4712"/>
                    <a:pt x="2706" y="4712"/>
                  </a:cubicBezTo>
                  <a:cubicBezTo>
                    <a:pt x="3831" y="4712"/>
                    <a:pt x="4742" y="3831"/>
                    <a:pt x="4742" y="2706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" name="Google Shape;90;p3"/>
          <p:cNvGrpSpPr/>
          <p:nvPr/>
        </p:nvGrpSpPr>
        <p:grpSpPr>
          <a:xfrm>
            <a:off x="6993948" y="5750"/>
            <a:ext cx="1195349" cy="1078296"/>
            <a:chOff x="4404625" y="-443721"/>
            <a:chExt cx="1195349" cy="1078296"/>
          </a:xfrm>
        </p:grpSpPr>
        <p:sp>
          <p:nvSpPr>
            <p:cNvPr id="91" name="Google Shape;91;p3"/>
            <p:cNvSpPr/>
            <p:nvPr/>
          </p:nvSpPr>
          <p:spPr>
            <a:xfrm>
              <a:off x="4501128" y="-443721"/>
              <a:ext cx="1098846" cy="1006875"/>
            </a:xfrm>
            <a:custGeom>
              <a:avLst/>
              <a:gdLst/>
              <a:ahLst/>
              <a:cxnLst/>
              <a:rect l="l" t="t" r="r" b="b"/>
              <a:pathLst>
                <a:path w="32677" h="40275" fill="none" extrusionOk="0">
                  <a:moveTo>
                    <a:pt x="1" y="40274"/>
                  </a:moveTo>
                  <a:lnTo>
                    <a:pt x="32676" y="40274"/>
                  </a:lnTo>
                  <a:lnTo>
                    <a:pt x="32676" y="0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4404625" y="516000"/>
              <a:ext cx="117825" cy="118575"/>
            </a:xfrm>
            <a:custGeom>
              <a:avLst/>
              <a:gdLst/>
              <a:ahLst/>
              <a:cxnLst/>
              <a:rect l="l" t="t" r="r" b="b"/>
              <a:pathLst>
                <a:path w="4713" h="4743" fill="none" extrusionOk="0">
                  <a:moveTo>
                    <a:pt x="1" y="2037"/>
                  </a:moveTo>
                  <a:cubicBezTo>
                    <a:pt x="1" y="3830"/>
                    <a:pt x="2159" y="4742"/>
                    <a:pt x="3436" y="3466"/>
                  </a:cubicBezTo>
                  <a:cubicBezTo>
                    <a:pt x="4712" y="2189"/>
                    <a:pt x="3800" y="1"/>
                    <a:pt x="2007" y="31"/>
                  </a:cubicBezTo>
                  <a:cubicBezTo>
                    <a:pt x="882" y="31"/>
                    <a:pt x="1" y="912"/>
                    <a:pt x="1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" name="Google Shape;93;p3"/>
          <p:cNvGrpSpPr/>
          <p:nvPr/>
        </p:nvGrpSpPr>
        <p:grpSpPr>
          <a:xfrm>
            <a:off x="7810151" y="-104276"/>
            <a:ext cx="1129225" cy="1439250"/>
            <a:chOff x="5173625" y="-443725"/>
            <a:chExt cx="1129225" cy="1439250"/>
          </a:xfrm>
        </p:grpSpPr>
        <p:sp>
          <p:nvSpPr>
            <p:cNvPr id="94" name="Google Shape;94;p3"/>
            <p:cNvSpPr/>
            <p:nvPr/>
          </p:nvSpPr>
          <p:spPr>
            <a:xfrm>
              <a:off x="5219975" y="-443725"/>
              <a:ext cx="1082875" cy="1320700"/>
            </a:xfrm>
            <a:custGeom>
              <a:avLst/>
              <a:gdLst/>
              <a:ahLst/>
              <a:cxnLst/>
              <a:rect l="l" t="t" r="r" b="b"/>
              <a:pathLst>
                <a:path w="43315" h="52828" fill="none" extrusionOk="0">
                  <a:moveTo>
                    <a:pt x="0" y="52828"/>
                  </a:moveTo>
                  <a:lnTo>
                    <a:pt x="0" y="25836"/>
                  </a:lnTo>
                  <a:lnTo>
                    <a:pt x="43314" y="25836"/>
                  </a:lnTo>
                  <a:lnTo>
                    <a:pt x="43314" y="0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3"/>
            <p:cNvSpPr/>
            <p:nvPr/>
          </p:nvSpPr>
          <p:spPr>
            <a:xfrm>
              <a:off x="5173625" y="876950"/>
              <a:ext cx="117800" cy="118575"/>
            </a:xfrm>
            <a:custGeom>
              <a:avLst/>
              <a:gdLst/>
              <a:ahLst/>
              <a:cxnLst/>
              <a:rect l="l" t="t" r="r" b="b"/>
              <a:pathLst>
                <a:path w="4712" h="4743" fill="none" extrusionOk="0">
                  <a:moveTo>
                    <a:pt x="0" y="2037"/>
                  </a:moveTo>
                  <a:cubicBezTo>
                    <a:pt x="0" y="3830"/>
                    <a:pt x="2158" y="4742"/>
                    <a:pt x="3435" y="3466"/>
                  </a:cubicBezTo>
                  <a:cubicBezTo>
                    <a:pt x="4711" y="2189"/>
                    <a:pt x="3800" y="1"/>
                    <a:pt x="2006" y="1"/>
                  </a:cubicBezTo>
                  <a:cubicBezTo>
                    <a:pt x="882" y="31"/>
                    <a:pt x="0" y="912"/>
                    <a:pt x="0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" name="Google Shape;96;p3"/>
          <p:cNvGrpSpPr/>
          <p:nvPr/>
        </p:nvGrpSpPr>
        <p:grpSpPr>
          <a:xfrm rot="10800000" flipH="1">
            <a:off x="-784112" y="147249"/>
            <a:ext cx="1138350" cy="1418750"/>
            <a:chOff x="-784112" y="3818928"/>
            <a:chExt cx="1138350" cy="1418750"/>
          </a:xfrm>
        </p:grpSpPr>
        <p:sp>
          <p:nvSpPr>
            <p:cNvPr id="97" name="Google Shape;97;p3"/>
            <p:cNvSpPr/>
            <p:nvPr/>
          </p:nvSpPr>
          <p:spPr>
            <a:xfrm>
              <a:off x="-784112" y="3926828"/>
              <a:ext cx="1082875" cy="1310850"/>
            </a:xfrm>
            <a:custGeom>
              <a:avLst/>
              <a:gdLst/>
              <a:ahLst/>
              <a:cxnLst/>
              <a:rect l="l" t="t" r="r" b="b"/>
              <a:pathLst>
                <a:path w="43315" h="52434" fill="none" extrusionOk="0">
                  <a:moveTo>
                    <a:pt x="43314" y="1"/>
                  </a:moveTo>
                  <a:lnTo>
                    <a:pt x="43314" y="27357"/>
                  </a:lnTo>
                  <a:lnTo>
                    <a:pt x="0" y="27357"/>
                  </a:lnTo>
                  <a:lnTo>
                    <a:pt x="0" y="52433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235663" y="3818928"/>
              <a:ext cx="118575" cy="117825"/>
            </a:xfrm>
            <a:custGeom>
              <a:avLst/>
              <a:gdLst/>
              <a:ahLst/>
              <a:cxnLst/>
              <a:rect l="l" t="t" r="r" b="b"/>
              <a:pathLst>
                <a:path w="4743" h="4713" fill="none" extrusionOk="0">
                  <a:moveTo>
                    <a:pt x="4742" y="2706"/>
                  </a:moveTo>
                  <a:cubicBezTo>
                    <a:pt x="4742" y="913"/>
                    <a:pt x="2554" y="1"/>
                    <a:pt x="1277" y="1277"/>
                  </a:cubicBezTo>
                  <a:cubicBezTo>
                    <a:pt x="1" y="2554"/>
                    <a:pt x="912" y="4712"/>
                    <a:pt x="2706" y="4712"/>
                  </a:cubicBezTo>
                  <a:cubicBezTo>
                    <a:pt x="3830" y="4712"/>
                    <a:pt x="4742" y="3831"/>
                    <a:pt x="4742" y="2706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" name="Google Shape;99;p3"/>
          <p:cNvGrpSpPr/>
          <p:nvPr/>
        </p:nvGrpSpPr>
        <p:grpSpPr>
          <a:xfrm rot="10800000" flipH="1">
            <a:off x="-370081" y="-96211"/>
            <a:ext cx="1138350" cy="1418750"/>
            <a:chOff x="-784112" y="3818928"/>
            <a:chExt cx="1138350" cy="1418750"/>
          </a:xfrm>
        </p:grpSpPr>
        <p:sp>
          <p:nvSpPr>
            <p:cNvPr id="100" name="Google Shape;100;p3"/>
            <p:cNvSpPr/>
            <p:nvPr/>
          </p:nvSpPr>
          <p:spPr>
            <a:xfrm>
              <a:off x="-784112" y="3926828"/>
              <a:ext cx="1082875" cy="1310850"/>
            </a:xfrm>
            <a:custGeom>
              <a:avLst/>
              <a:gdLst/>
              <a:ahLst/>
              <a:cxnLst/>
              <a:rect l="l" t="t" r="r" b="b"/>
              <a:pathLst>
                <a:path w="43315" h="52434" fill="none" extrusionOk="0">
                  <a:moveTo>
                    <a:pt x="43314" y="1"/>
                  </a:moveTo>
                  <a:lnTo>
                    <a:pt x="43314" y="27357"/>
                  </a:lnTo>
                  <a:lnTo>
                    <a:pt x="0" y="27357"/>
                  </a:lnTo>
                  <a:lnTo>
                    <a:pt x="0" y="52433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3"/>
            <p:cNvSpPr/>
            <p:nvPr/>
          </p:nvSpPr>
          <p:spPr>
            <a:xfrm>
              <a:off x="235663" y="3818928"/>
              <a:ext cx="118575" cy="117825"/>
            </a:xfrm>
            <a:custGeom>
              <a:avLst/>
              <a:gdLst/>
              <a:ahLst/>
              <a:cxnLst/>
              <a:rect l="l" t="t" r="r" b="b"/>
              <a:pathLst>
                <a:path w="4743" h="4713" fill="none" extrusionOk="0">
                  <a:moveTo>
                    <a:pt x="4742" y="2706"/>
                  </a:moveTo>
                  <a:cubicBezTo>
                    <a:pt x="4742" y="913"/>
                    <a:pt x="2554" y="1"/>
                    <a:pt x="1277" y="1277"/>
                  </a:cubicBezTo>
                  <a:cubicBezTo>
                    <a:pt x="1" y="2554"/>
                    <a:pt x="912" y="4712"/>
                    <a:pt x="2706" y="4712"/>
                  </a:cubicBezTo>
                  <a:cubicBezTo>
                    <a:pt x="3830" y="4712"/>
                    <a:pt x="4742" y="3831"/>
                    <a:pt x="4742" y="2706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" name="Google Shape;102;p3"/>
          <p:cNvGrpSpPr/>
          <p:nvPr/>
        </p:nvGrpSpPr>
        <p:grpSpPr>
          <a:xfrm rot="10800000" flipH="1">
            <a:off x="70117" y="-395120"/>
            <a:ext cx="1138350" cy="1418750"/>
            <a:chOff x="-784112" y="3818928"/>
            <a:chExt cx="1138350" cy="1418750"/>
          </a:xfrm>
        </p:grpSpPr>
        <p:sp>
          <p:nvSpPr>
            <p:cNvPr id="103" name="Google Shape;103;p3"/>
            <p:cNvSpPr/>
            <p:nvPr/>
          </p:nvSpPr>
          <p:spPr>
            <a:xfrm>
              <a:off x="-784112" y="3926828"/>
              <a:ext cx="1082875" cy="1310850"/>
            </a:xfrm>
            <a:custGeom>
              <a:avLst/>
              <a:gdLst/>
              <a:ahLst/>
              <a:cxnLst/>
              <a:rect l="l" t="t" r="r" b="b"/>
              <a:pathLst>
                <a:path w="43315" h="52434" fill="none" extrusionOk="0">
                  <a:moveTo>
                    <a:pt x="43314" y="1"/>
                  </a:moveTo>
                  <a:lnTo>
                    <a:pt x="43314" y="27357"/>
                  </a:lnTo>
                  <a:lnTo>
                    <a:pt x="0" y="27357"/>
                  </a:lnTo>
                  <a:lnTo>
                    <a:pt x="0" y="52433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235663" y="3818928"/>
              <a:ext cx="118575" cy="117825"/>
            </a:xfrm>
            <a:custGeom>
              <a:avLst/>
              <a:gdLst/>
              <a:ahLst/>
              <a:cxnLst/>
              <a:rect l="l" t="t" r="r" b="b"/>
              <a:pathLst>
                <a:path w="4743" h="4713" fill="none" extrusionOk="0">
                  <a:moveTo>
                    <a:pt x="4742" y="2706"/>
                  </a:moveTo>
                  <a:cubicBezTo>
                    <a:pt x="4742" y="913"/>
                    <a:pt x="2554" y="1"/>
                    <a:pt x="1277" y="1277"/>
                  </a:cubicBezTo>
                  <a:cubicBezTo>
                    <a:pt x="1" y="2554"/>
                    <a:pt x="912" y="4712"/>
                    <a:pt x="2706" y="4712"/>
                  </a:cubicBezTo>
                  <a:cubicBezTo>
                    <a:pt x="3830" y="4712"/>
                    <a:pt x="4742" y="3831"/>
                    <a:pt x="4742" y="2706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>
            <a:spLocks noGrp="1"/>
          </p:cNvSpPr>
          <p:nvPr>
            <p:ph type="title"/>
          </p:nvPr>
        </p:nvSpPr>
        <p:spPr>
          <a:xfrm>
            <a:off x="720000" y="539700"/>
            <a:ext cx="7704000" cy="47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4"/>
          <p:cNvSpPr txBox="1">
            <a:spLocks noGrp="1"/>
          </p:cNvSpPr>
          <p:nvPr>
            <p:ph type="body" idx="1"/>
          </p:nvPr>
        </p:nvSpPr>
        <p:spPr>
          <a:xfrm>
            <a:off x="720000" y="1187400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65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500"/>
            </a:lvl1pPr>
            <a:lvl2pPr marL="914400" lvl="1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aleway"/>
              <a:buChar char="○"/>
              <a:defRPr/>
            </a:lvl2pPr>
            <a:lvl3pPr marL="1371600" lvl="2" indent="-3111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Raleway"/>
              <a:buChar char="■"/>
              <a:defRPr sz="1300"/>
            </a:lvl3pPr>
            <a:lvl4pPr marL="1828800" lvl="3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aleway"/>
              <a:buChar char="●"/>
              <a:defRPr sz="1200"/>
            </a:lvl4pPr>
            <a:lvl5pPr marL="2286000" lvl="4" indent="-2984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Raleway"/>
              <a:buChar char="○"/>
              <a:defRPr sz="1100"/>
            </a:lvl5pPr>
            <a:lvl6pPr marL="2743200" lvl="5" indent="-2921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Raleway"/>
              <a:buChar char="■"/>
              <a:defRPr sz="1000"/>
            </a:lvl6pPr>
            <a:lvl7pPr marL="3200400" lvl="6" indent="-2857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Raleway"/>
              <a:buChar char="●"/>
              <a:defRPr sz="900"/>
            </a:lvl7pPr>
            <a:lvl8pPr marL="3657600" lvl="7" indent="-279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Raleway"/>
              <a:buChar char="○"/>
              <a:defRPr sz="800"/>
            </a:lvl8pPr>
            <a:lvl9pPr marL="4114800" lvl="8" indent="-27305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700"/>
              <a:buFont typeface="Raleway"/>
              <a:buChar char="■"/>
              <a:defRPr sz="700"/>
            </a:lvl9pPr>
          </a:lstStyle>
          <a:p>
            <a:endParaRPr/>
          </a:p>
        </p:txBody>
      </p:sp>
      <p:sp>
        <p:nvSpPr>
          <p:cNvPr id="108" name="Google Shape;108;p4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rgbClr val="434343"/>
                </a:solidFill>
                <a:latin typeface="Josefin Slab Thin"/>
                <a:ea typeface="Josefin Slab Thin"/>
                <a:cs typeface="Josefin Slab Thin"/>
                <a:sym typeface="Josefin Slab Thin"/>
              </a:defRPr>
            </a:lvl1pPr>
            <a:lvl2pPr lvl="1">
              <a:buNone/>
              <a:defRPr>
                <a:solidFill>
                  <a:srgbClr val="434343"/>
                </a:solidFill>
                <a:latin typeface="Josefin Slab Thin"/>
                <a:ea typeface="Josefin Slab Thin"/>
                <a:cs typeface="Josefin Slab Thin"/>
                <a:sym typeface="Josefin Slab Thin"/>
              </a:defRPr>
            </a:lvl2pPr>
            <a:lvl3pPr lvl="2">
              <a:buNone/>
              <a:defRPr>
                <a:solidFill>
                  <a:srgbClr val="434343"/>
                </a:solidFill>
                <a:latin typeface="Josefin Slab Thin"/>
                <a:ea typeface="Josefin Slab Thin"/>
                <a:cs typeface="Josefin Slab Thin"/>
                <a:sym typeface="Josefin Slab Thin"/>
              </a:defRPr>
            </a:lvl3pPr>
            <a:lvl4pPr lvl="3">
              <a:buNone/>
              <a:defRPr>
                <a:solidFill>
                  <a:srgbClr val="434343"/>
                </a:solidFill>
                <a:latin typeface="Josefin Slab Thin"/>
                <a:ea typeface="Josefin Slab Thin"/>
                <a:cs typeface="Josefin Slab Thin"/>
                <a:sym typeface="Josefin Slab Thin"/>
              </a:defRPr>
            </a:lvl4pPr>
            <a:lvl5pPr lvl="4">
              <a:buNone/>
              <a:defRPr>
                <a:solidFill>
                  <a:srgbClr val="434343"/>
                </a:solidFill>
                <a:latin typeface="Josefin Slab Thin"/>
                <a:ea typeface="Josefin Slab Thin"/>
                <a:cs typeface="Josefin Slab Thin"/>
                <a:sym typeface="Josefin Slab Thin"/>
              </a:defRPr>
            </a:lvl5pPr>
            <a:lvl6pPr lvl="5">
              <a:buNone/>
              <a:defRPr>
                <a:solidFill>
                  <a:srgbClr val="434343"/>
                </a:solidFill>
                <a:latin typeface="Josefin Slab Thin"/>
                <a:ea typeface="Josefin Slab Thin"/>
                <a:cs typeface="Josefin Slab Thin"/>
                <a:sym typeface="Josefin Slab Thin"/>
              </a:defRPr>
            </a:lvl6pPr>
            <a:lvl7pPr lvl="6">
              <a:buNone/>
              <a:defRPr>
                <a:solidFill>
                  <a:srgbClr val="434343"/>
                </a:solidFill>
                <a:latin typeface="Josefin Slab Thin"/>
                <a:ea typeface="Josefin Slab Thin"/>
                <a:cs typeface="Josefin Slab Thin"/>
                <a:sym typeface="Josefin Slab Thin"/>
              </a:defRPr>
            </a:lvl7pPr>
            <a:lvl8pPr lvl="7">
              <a:buNone/>
              <a:defRPr>
                <a:solidFill>
                  <a:srgbClr val="434343"/>
                </a:solidFill>
                <a:latin typeface="Josefin Slab Thin"/>
                <a:ea typeface="Josefin Slab Thin"/>
                <a:cs typeface="Josefin Slab Thin"/>
                <a:sym typeface="Josefin Slab Thin"/>
              </a:defRPr>
            </a:lvl8pPr>
            <a:lvl9pPr lvl="8">
              <a:buNone/>
              <a:defRPr>
                <a:solidFill>
                  <a:srgbClr val="434343"/>
                </a:solidFill>
                <a:latin typeface="Josefin Slab Thin"/>
                <a:ea typeface="Josefin Slab Thin"/>
                <a:cs typeface="Josefin Slab Thin"/>
                <a:sym typeface="Josefin Slab Th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09" name="Google Shape;109;p4"/>
          <p:cNvGrpSpPr/>
          <p:nvPr/>
        </p:nvGrpSpPr>
        <p:grpSpPr>
          <a:xfrm>
            <a:off x="7754575" y="3807546"/>
            <a:ext cx="1138350" cy="1418750"/>
            <a:chOff x="1287525" y="3801250"/>
            <a:chExt cx="1138350" cy="1418750"/>
          </a:xfrm>
        </p:grpSpPr>
        <p:sp>
          <p:nvSpPr>
            <p:cNvPr id="110" name="Google Shape;110;p4"/>
            <p:cNvSpPr/>
            <p:nvPr/>
          </p:nvSpPr>
          <p:spPr>
            <a:xfrm>
              <a:off x="1287525" y="3909150"/>
              <a:ext cx="1082875" cy="1310850"/>
            </a:xfrm>
            <a:custGeom>
              <a:avLst/>
              <a:gdLst/>
              <a:ahLst/>
              <a:cxnLst/>
              <a:rect l="l" t="t" r="r" b="b"/>
              <a:pathLst>
                <a:path w="43315" h="52434" fill="none" extrusionOk="0">
                  <a:moveTo>
                    <a:pt x="43314" y="1"/>
                  </a:moveTo>
                  <a:lnTo>
                    <a:pt x="43314" y="27357"/>
                  </a:lnTo>
                  <a:lnTo>
                    <a:pt x="0" y="27357"/>
                  </a:lnTo>
                  <a:lnTo>
                    <a:pt x="0" y="52433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4"/>
            <p:cNvSpPr/>
            <p:nvPr/>
          </p:nvSpPr>
          <p:spPr>
            <a:xfrm>
              <a:off x="2307300" y="3801250"/>
              <a:ext cx="118575" cy="117825"/>
            </a:xfrm>
            <a:custGeom>
              <a:avLst/>
              <a:gdLst/>
              <a:ahLst/>
              <a:cxnLst/>
              <a:rect l="l" t="t" r="r" b="b"/>
              <a:pathLst>
                <a:path w="4743" h="4713" fill="none" extrusionOk="0">
                  <a:moveTo>
                    <a:pt x="4742" y="2706"/>
                  </a:moveTo>
                  <a:cubicBezTo>
                    <a:pt x="4742" y="913"/>
                    <a:pt x="2554" y="1"/>
                    <a:pt x="1277" y="1277"/>
                  </a:cubicBezTo>
                  <a:cubicBezTo>
                    <a:pt x="1" y="2554"/>
                    <a:pt x="912" y="4712"/>
                    <a:pt x="2706" y="4712"/>
                  </a:cubicBezTo>
                  <a:cubicBezTo>
                    <a:pt x="3830" y="4712"/>
                    <a:pt x="4742" y="3831"/>
                    <a:pt x="4742" y="2706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" name="Google Shape;112;p4"/>
          <p:cNvGrpSpPr/>
          <p:nvPr/>
        </p:nvGrpSpPr>
        <p:grpSpPr>
          <a:xfrm>
            <a:off x="7619075" y="-472615"/>
            <a:ext cx="1623175" cy="1439250"/>
            <a:chOff x="7619075" y="-179925"/>
            <a:chExt cx="1623175" cy="1439250"/>
          </a:xfrm>
        </p:grpSpPr>
        <p:grpSp>
          <p:nvGrpSpPr>
            <p:cNvPr id="113" name="Google Shape;113;p4"/>
            <p:cNvGrpSpPr/>
            <p:nvPr/>
          </p:nvGrpSpPr>
          <p:grpSpPr>
            <a:xfrm>
              <a:off x="7619075" y="-179925"/>
              <a:ext cx="920275" cy="1078300"/>
              <a:chOff x="4679675" y="-443725"/>
              <a:chExt cx="920275" cy="1078300"/>
            </a:xfrm>
          </p:grpSpPr>
          <p:sp>
            <p:nvSpPr>
              <p:cNvPr id="114" name="Google Shape;114;p4"/>
              <p:cNvSpPr/>
              <p:nvPr/>
            </p:nvSpPr>
            <p:spPr>
              <a:xfrm>
                <a:off x="4783025" y="-443725"/>
                <a:ext cx="816925" cy="1006875"/>
              </a:xfrm>
              <a:custGeom>
                <a:avLst/>
                <a:gdLst/>
                <a:ahLst/>
                <a:cxnLst/>
                <a:rect l="l" t="t" r="r" b="b"/>
                <a:pathLst>
                  <a:path w="32677" h="40275" fill="none" extrusionOk="0">
                    <a:moveTo>
                      <a:pt x="1" y="40274"/>
                    </a:moveTo>
                    <a:lnTo>
                      <a:pt x="32676" y="40274"/>
                    </a:lnTo>
                    <a:lnTo>
                      <a:pt x="32676" y="0"/>
                    </a:lnTo>
                  </a:path>
                </a:pathLst>
              </a:custGeom>
              <a:noFill/>
              <a:ln w="28575" cap="flat" cmpd="sng">
                <a:solidFill>
                  <a:schemeClr val="accent2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115;p4"/>
              <p:cNvSpPr/>
              <p:nvPr/>
            </p:nvSpPr>
            <p:spPr>
              <a:xfrm>
                <a:off x="4679675" y="516000"/>
                <a:ext cx="117825" cy="118575"/>
              </a:xfrm>
              <a:custGeom>
                <a:avLst/>
                <a:gdLst/>
                <a:ahLst/>
                <a:cxnLst/>
                <a:rect l="l" t="t" r="r" b="b"/>
                <a:pathLst>
                  <a:path w="4713" h="4743" fill="none" extrusionOk="0">
                    <a:moveTo>
                      <a:pt x="1" y="2037"/>
                    </a:moveTo>
                    <a:cubicBezTo>
                      <a:pt x="1" y="3830"/>
                      <a:pt x="2159" y="4742"/>
                      <a:pt x="3436" y="3466"/>
                    </a:cubicBezTo>
                    <a:cubicBezTo>
                      <a:pt x="4712" y="2189"/>
                      <a:pt x="3800" y="1"/>
                      <a:pt x="2007" y="31"/>
                    </a:cubicBezTo>
                    <a:cubicBezTo>
                      <a:pt x="882" y="31"/>
                      <a:pt x="1" y="912"/>
                      <a:pt x="1" y="2037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accent2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" name="Google Shape;116;p4"/>
            <p:cNvGrpSpPr/>
            <p:nvPr/>
          </p:nvGrpSpPr>
          <p:grpSpPr>
            <a:xfrm>
              <a:off x="8113025" y="-179925"/>
              <a:ext cx="1129225" cy="1439250"/>
              <a:chOff x="5173625" y="-443725"/>
              <a:chExt cx="1129225" cy="1439250"/>
            </a:xfrm>
          </p:grpSpPr>
          <p:sp>
            <p:nvSpPr>
              <p:cNvPr id="117" name="Google Shape;117;p4"/>
              <p:cNvSpPr/>
              <p:nvPr/>
            </p:nvSpPr>
            <p:spPr>
              <a:xfrm>
                <a:off x="5219975" y="-443725"/>
                <a:ext cx="1082875" cy="1320700"/>
              </a:xfrm>
              <a:custGeom>
                <a:avLst/>
                <a:gdLst/>
                <a:ahLst/>
                <a:cxnLst/>
                <a:rect l="l" t="t" r="r" b="b"/>
                <a:pathLst>
                  <a:path w="43315" h="52828" fill="none" extrusionOk="0">
                    <a:moveTo>
                      <a:pt x="0" y="52828"/>
                    </a:moveTo>
                    <a:lnTo>
                      <a:pt x="0" y="25836"/>
                    </a:lnTo>
                    <a:lnTo>
                      <a:pt x="43314" y="25836"/>
                    </a:lnTo>
                    <a:lnTo>
                      <a:pt x="43314" y="0"/>
                    </a:ln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118;p4"/>
              <p:cNvSpPr/>
              <p:nvPr/>
            </p:nvSpPr>
            <p:spPr>
              <a:xfrm>
                <a:off x="5173625" y="876950"/>
                <a:ext cx="117800" cy="118575"/>
              </a:xfrm>
              <a:custGeom>
                <a:avLst/>
                <a:gdLst/>
                <a:ahLst/>
                <a:cxnLst/>
                <a:rect l="l" t="t" r="r" b="b"/>
                <a:pathLst>
                  <a:path w="4712" h="4743" fill="none" extrusionOk="0">
                    <a:moveTo>
                      <a:pt x="0" y="2037"/>
                    </a:moveTo>
                    <a:cubicBezTo>
                      <a:pt x="0" y="3830"/>
                      <a:pt x="2158" y="4742"/>
                      <a:pt x="3435" y="3466"/>
                    </a:cubicBezTo>
                    <a:cubicBezTo>
                      <a:pt x="4711" y="2189"/>
                      <a:pt x="3800" y="1"/>
                      <a:pt x="2006" y="1"/>
                    </a:cubicBezTo>
                    <a:cubicBezTo>
                      <a:pt x="882" y="31"/>
                      <a:pt x="0" y="912"/>
                      <a:pt x="0" y="2037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9" name="Google Shape;119;p4"/>
          <p:cNvGrpSpPr/>
          <p:nvPr/>
        </p:nvGrpSpPr>
        <p:grpSpPr>
          <a:xfrm>
            <a:off x="8076400" y="4159825"/>
            <a:ext cx="929375" cy="1057800"/>
            <a:chOff x="8076400" y="4159825"/>
            <a:chExt cx="929375" cy="1057800"/>
          </a:xfrm>
        </p:grpSpPr>
        <p:sp>
          <p:nvSpPr>
            <p:cNvPr id="120" name="Google Shape;120;p4"/>
            <p:cNvSpPr/>
            <p:nvPr/>
          </p:nvSpPr>
          <p:spPr>
            <a:xfrm flipH="1">
              <a:off x="8178975" y="4229750"/>
              <a:ext cx="826800" cy="987875"/>
            </a:xfrm>
            <a:custGeom>
              <a:avLst/>
              <a:gdLst/>
              <a:ahLst/>
              <a:cxnLst/>
              <a:rect l="l" t="t" r="r" b="b"/>
              <a:pathLst>
                <a:path w="33072" h="39515" fill="none" extrusionOk="0">
                  <a:moveTo>
                    <a:pt x="33071" y="0"/>
                  </a:moveTo>
                  <a:lnTo>
                    <a:pt x="0" y="0"/>
                  </a:lnTo>
                  <a:lnTo>
                    <a:pt x="0" y="39514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4"/>
            <p:cNvSpPr/>
            <p:nvPr/>
          </p:nvSpPr>
          <p:spPr>
            <a:xfrm flipH="1">
              <a:off x="8076400" y="4159825"/>
              <a:ext cx="118575" cy="117825"/>
            </a:xfrm>
            <a:custGeom>
              <a:avLst/>
              <a:gdLst/>
              <a:ahLst/>
              <a:cxnLst/>
              <a:rect l="l" t="t" r="r" b="b"/>
              <a:pathLst>
                <a:path w="4743" h="4713" fill="none" extrusionOk="0">
                  <a:moveTo>
                    <a:pt x="4742" y="2706"/>
                  </a:moveTo>
                  <a:cubicBezTo>
                    <a:pt x="4742" y="913"/>
                    <a:pt x="2554" y="1"/>
                    <a:pt x="1277" y="1277"/>
                  </a:cubicBezTo>
                  <a:cubicBezTo>
                    <a:pt x="1" y="2554"/>
                    <a:pt x="913" y="4712"/>
                    <a:pt x="2706" y="4712"/>
                  </a:cubicBezTo>
                  <a:cubicBezTo>
                    <a:pt x="3831" y="4712"/>
                    <a:pt x="4742" y="3831"/>
                    <a:pt x="4742" y="2706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" name="Google Shape;122;p4"/>
          <p:cNvGrpSpPr/>
          <p:nvPr/>
        </p:nvGrpSpPr>
        <p:grpSpPr>
          <a:xfrm>
            <a:off x="-784112" y="3808068"/>
            <a:ext cx="1138350" cy="1418750"/>
            <a:chOff x="-784112" y="3818928"/>
            <a:chExt cx="1138350" cy="1418750"/>
          </a:xfrm>
        </p:grpSpPr>
        <p:sp>
          <p:nvSpPr>
            <p:cNvPr id="123" name="Google Shape;123;p4"/>
            <p:cNvSpPr/>
            <p:nvPr/>
          </p:nvSpPr>
          <p:spPr>
            <a:xfrm>
              <a:off x="-784112" y="3926828"/>
              <a:ext cx="1082875" cy="1310850"/>
            </a:xfrm>
            <a:custGeom>
              <a:avLst/>
              <a:gdLst/>
              <a:ahLst/>
              <a:cxnLst/>
              <a:rect l="l" t="t" r="r" b="b"/>
              <a:pathLst>
                <a:path w="43315" h="52434" fill="none" extrusionOk="0">
                  <a:moveTo>
                    <a:pt x="43314" y="1"/>
                  </a:moveTo>
                  <a:lnTo>
                    <a:pt x="43314" y="27357"/>
                  </a:lnTo>
                  <a:lnTo>
                    <a:pt x="0" y="27357"/>
                  </a:lnTo>
                  <a:lnTo>
                    <a:pt x="0" y="52433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4"/>
            <p:cNvSpPr/>
            <p:nvPr/>
          </p:nvSpPr>
          <p:spPr>
            <a:xfrm>
              <a:off x="235663" y="3818928"/>
              <a:ext cx="118575" cy="117825"/>
            </a:xfrm>
            <a:custGeom>
              <a:avLst/>
              <a:gdLst/>
              <a:ahLst/>
              <a:cxnLst/>
              <a:rect l="l" t="t" r="r" b="b"/>
              <a:pathLst>
                <a:path w="4743" h="4713" fill="none" extrusionOk="0">
                  <a:moveTo>
                    <a:pt x="4742" y="2706"/>
                  </a:moveTo>
                  <a:cubicBezTo>
                    <a:pt x="4742" y="913"/>
                    <a:pt x="2554" y="1"/>
                    <a:pt x="1277" y="1277"/>
                  </a:cubicBezTo>
                  <a:cubicBezTo>
                    <a:pt x="1" y="2554"/>
                    <a:pt x="912" y="4712"/>
                    <a:pt x="2706" y="4712"/>
                  </a:cubicBezTo>
                  <a:cubicBezTo>
                    <a:pt x="3830" y="4712"/>
                    <a:pt x="4742" y="3831"/>
                    <a:pt x="4742" y="2706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5" name="Google Shape;125;p4"/>
          <p:cNvGrpSpPr/>
          <p:nvPr/>
        </p:nvGrpSpPr>
        <p:grpSpPr>
          <a:xfrm>
            <a:off x="-571562" y="4051528"/>
            <a:ext cx="1138350" cy="1418750"/>
            <a:chOff x="-784112" y="3818928"/>
            <a:chExt cx="1138350" cy="1418750"/>
          </a:xfrm>
        </p:grpSpPr>
        <p:sp>
          <p:nvSpPr>
            <p:cNvPr id="126" name="Google Shape;126;p4"/>
            <p:cNvSpPr/>
            <p:nvPr/>
          </p:nvSpPr>
          <p:spPr>
            <a:xfrm>
              <a:off x="-784112" y="3926828"/>
              <a:ext cx="1082875" cy="1310850"/>
            </a:xfrm>
            <a:custGeom>
              <a:avLst/>
              <a:gdLst/>
              <a:ahLst/>
              <a:cxnLst/>
              <a:rect l="l" t="t" r="r" b="b"/>
              <a:pathLst>
                <a:path w="43315" h="52434" fill="none" extrusionOk="0">
                  <a:moveTo>
                    <a:pt x="43314" y="1"/>
                  </a:moveTo>
                  <a:lnTo>
                    <a:pt x="43314" y="27357"/>
                  </a:lnTo>
                  <a:lnTo>
                    <a:pt x="0" y="27357"/>
                  </a:lnTo>
                  <a:lnTo>
                    <a:pt x="0" y="52433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4"/>
            <p:cNvSpPr/>
            <p:nvPr/>
          </p:nvSpPr>
          <p:spPr>
            <a:xfrm>
              <a:off x="235663" y="3818928"/>
              <a:ext cx="118575" cy="117825"/>
            </a:xfrm>
            <a:custGeom>
              <a:avLst/>
              <a:gdLst/>
              <a:ahLst/>
              <a:cxnLst/>
              <a:rect l="l" t="t" r="r" b="b"/>
              <a:pathLst>
                <a:path w="4743" h="4713" fill="none" extrusionOk="0">
                  <a:moveTo>
                    <a:pt x="4742" y="2706"/>
                  </a:moveTo>
                  <a:cubicBezTo>
                    <a:pt x="4742" y="913"/>
                    <a:pt x="2554" y="1"/>
                    <a:pt x="1277" y="1277"/>
                  </a:cubicBezTo>
                  <a:cubicBezTo>
                    <a:pt x="1" y="2554"/>
                    <a:pt x="912" y="4712"/>
                    <a:pt x="2706" y="4712"/>
                  </a:cubicBezTo>
                  <a:cubicBezTo>
                    <a:pt x="3830" y="4712"/>
                    <a:pt x="4742" y="3831"/>
                    <a:pt x="4742" y="2706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129;p5"/>
          <p:cNvGrpSpPr/>
          <p:nvPr/>
        </p:nvGrpSpPr>
        <p:grpSpPr>
          <a:xfrm>
            <a:off x="288363" y="-791171"/>
            <a:ext cx="1368260" cy="1078296"/>
            <a:chOff x="4231725" y="-443721"/>
            <a:chExt cx="1368260" cy="1078296"/>
          </a:xfrm>
        </p:grpSpPr>
        <p:sp>
          <p:nvSpPr>
            <p:cNvPr id="130" name="Google Shape;130;p5"/>
            <p:cNvSpPr/>
            <p:nvPr/>
          </p:nvSpPr>
          <p:spPr>
            <a:xfrm>
              <a:off x="4327869" y="-443721"/>
              <a:ext cx="1272116" cy="1006875"/>
            </a:xfrm>
            <a:custGeom>
              <a:avLst/>
              <a:gdLst/>
              <a:ahLst/>
              <a:cxnLst/>
              <a:rect l="l" t="t" r="r" b="b"/>
              <a:pathLst>
                <a:path w="32677" h="40275" fill="none" extrusionOk="0">
                  <a:moveTo>
                    <a:pt x="1" y="40274"/>
                  </a:moveTo>
                  <a:lnTo>
                    <a:pt x="32676" y="40274"/>
                  </a:lnTo>
                  <a:lnTo>
                    <a:pt x="32676" y="0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5"/>
            <p:cNvSpPr/>
            <p:nvPr/>
          </p:nvSpPr>
          <p:spPr>
            <a:xfrm>
              <a:off x="4231725" y="516000"/>
              <a:ext cx="117825" cy="118575"/>
            </a:xfrm>
            <a:custGeom>
              <a:avLst/>
              <a:gdLst/>
              <a:ahLst/>
              <a:cxnLst/>
              <a:rect l="l" t="t" r="r" b="b"/>
              <a:pathLst>
                <a:path w="4713" h="4743" fill="none" extrusionOk="0">
                  <a:moveTo>
                    <a:pt x="1" y="2037"/>
                  </a:moveTo>
                  <a:cubicBezTo>
                    <a:pt x="1" y="3830"/>
                    <a:pt x="2159" y="4742"/>
                    <a:pt x="3436" y="3466"/>
                  </a:cubicBezTo>
                  <a:cubicBezTo>
                    <a:pt x="4712" y="2189"/>
                    <a:pt x="3800" y="1"/>
                    <a:pt x="2007" y="31"/>
                  </a:cubicBezTo>
                  <a:cubicBezTo>
                    <a:pt x="882" y="31"/>
                    <a:pt x="1" y="912"/>
                    <a:pt x="1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2" name="Google Shape;132;p5"/>
          <p:cNvGrpSpPr/>
          <p:nvPr/>
        </p:nvGrpSpPr>
        <p:grpSpPr>
          <a:xfrm>
            <a:off x="163463" y="-105375"/>
            <a:ext cx="1129225" cy="1439250"/>
            <a:chOff x="5173625" y="-443725"/>
            <a:chExt cx="1129225" cy="1439250"/>
          </a:xfrm>
        </p:grpSpPr>
        <p:sp>
          <p:nvSpPr>
            <p:cNvPr id="133" name="Google Shape;133;p5"/>
            <p:cNvSpPr/>
            <p:nvPr/>
          </p:nvSpPr>
          <p:spPr>
            <a:xfrm>
              <a:off x="5219975" y="-443725"/>
              <a:ext cx="1082875" cy="1320700"/>
            </a:xfrm>
            <a:custGeom>
              <a:avLst/>
              <a:gdLst/>
              <a:ahLst/>
              <a:cxnLst/>
              <a:rect l="l" t="t" r="r" b="b"/>
              <a:pathLst>
                <a:path w="43315" h="52828" fill="none" extrusionOk="0">
                  <a:moveTo>
                    <a:pt x="0" y="52828"/>
                  </a:moveTo>
                  <a:lnTo>
                    <a:pt x="0" y="25836"/>
                  </a:lnTo>
                  <a:lnTo>
                    <a:pt x="43314" y="25836"/>
                  </a:lnTo>
                  <a:lnTo>
                    <a:pt x="43314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5"/>
            <p:cNvSpPr/>
            <p:nvPr/>
          </p:nvSpPr>
          <p:spPr>
            <a:xfrm>
              <a:off x="5173625" y="876950"/>
              <a:ext cx="117800" cy="118575"/>
            </a:xfrm>
            <a:custGeom>
              <a:avLst/>
              <a:gdLst/>
              <a:ahLst/>
              <a:cxnLst/>
              <a:rect l="l" t="t" r="r" b="b"/>
              <a:pathLst>
                <a:path w="4712" h="4743" fill="none" extrusionOk="0">
                  <a:moveTo>
                    <a:pt x="0" y="2037"/>
                  </a:moveTo>
                  <a:cubicBezTo>
                    <a:pt x="0" y="3830"/>
                    <a:pt x="2158" y="4742"/>
                    <a:pt x="3435" y="3466"/>
                  </a:cubicBezTo>
                  <a:cubicBezTo>
                    <a:pt x="4711" y="2189"/>
                    <a:pt x="3800" y="1"/>
                    <a:pt x="2006" y="1"/>
                  </a:cubicBezTo>
                  <a:cubicBezTo>
                    <a:pt x="882" y="31"/>
                    <a:pt x="0" y="912"/>
                    <a:pt x="0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" name="Google Shape;135;p5"/>
          <p:cNvGrpSpPr/>
          <p:nvPr/>
        </p:nvGrpSpPr>
        <p:grpSpPr>
          <a:xfrm flipH="1">
            <a:off x="7898942" y="-257775"/>
            <a:ext cx="920275" cy="1078300"/>
            <a:chOff x="4679675" y="-443725"/>
            <a:chExt cx="920275" cy="1078300"/>
          </a:xfrm>
        </p:grpSpPr>
        <p:sp>
          <p:nvSpPr>
            <p:cNvPr id="136" name="Google Shape;136;p5"/>
            <p:cNvSpPr/>
            <p:nvPr/>
          </p:nvSpPr>
          <p:spPr>
            <a:xfrm>
              <a:off x="4783025" y="-443725"/>
              <a:ext cx="816925" cy="1006875"/>
            </a:xfrm>
            <a:custGeom>
              <a:avLst/>
              <a:gdLst/>
              <a:ahLst/>
              <a:cxnLst/>
              <a:rect l="l" t="t" r="r" b="b"/>
              <a:pathLst>
                <a:path w="32677" h="40275" fill="none" extrusionOk="0">
                  <a:moveTo>
                    <a:pt x="1" y="40274"/>
                  </a:moveTo>
                  <a:lnTo>
                    <a:pt x="32676" y="40274"/>
                  </a:lnTo>
                  <a:lnTo>
                    <a:pt x="32676" y="0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5"/>
            <p:cNvSpPr/>
            <p:nvPr/>
          </p:nvSpPr>
          <p:spPr>
            <a:xfrm>
              <a:off x="4679675" y="516000"/>
              <a:ext cx="117825" cy="118575"/>
            </a:xfrm>
            <a:custGeom>
              <a:avLst/>
              <a:gdLst/>
              <a:ahLst/>
              <a:cxnLst/>
              <a:rect l="l" t="t" r="r" b="b"/>
              <a:pathLst>
                <a:path w="4713" h="4743" fill="none" extrusionOk="0">
                  <a:moveTo>
                    <a:pt x="1" y="2037"/>
                  </a:moveTo>
                  <a:cubicBezTo>
                    <a:pt x="1" y="3830"/>
                    <a:pt x="2159" y="4742"/>
                    <a:pt x="3436" y="3466"/>
                  </a:cubicBezTo>
                  <a:cubicBezTo>
                    <a:pt x="4712" y="2189"/>
                    <a:pt x="3800" y="1"/>
                    <a:pt x="2007" y="31"/>
                  </a:cubicBezTo>
                  <a:cubicBezTo>
                    <a:pt x="882" y="31"/>
                    <a:pt x="1" y="912"/>
                    <a:pt x="1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" name="Google Shape;138;p5"/>
          <p:cNvGrpSpPr/>
          <p:nvPr/>
        </p:nvGrpSpPr>
        <p:grpSpPr>
          <a:xfrm flipH="1">
            <a:off x="7348442" y="-105375"/>
            <a:ext cx="1129225" cy="1439250"/>
            <a:chOff x="5173625" y="-443725"/>
            <a:chExt cx="1129225" cy="1439250"/>
          </a:xfrm>
        </p:grpSpPr>
        <p:sp>
          <p:nvSpPr>
            <p:cNvPr id="139" name="Google Shape;139;p5"/>
            <p:cNvSpPr/>
            <p:nvPr/>
          </p:nvSpPr>
          <p:spPr>
            <a:xfrm>
              <a:off x="5219975" y="-443725"/>
              <a:ext cx="1082875" cy="1320700"/>
            </a:xfrm>
            <a:custGeom>
              <a:avLst/>
              <a:gdLst/>
              <a:ahLst/>
              <a:cxnLst/>
              <a:rect l="l" t="t" r="r" b="b"/>
              <a:pathLst>
                <a:path w="43315" h="52828" fill="none" extrusionOk="0">
                  <a:moveTo>
                    <a:pt x="0" y="52828"/>
                  </a:moveTo>
                  <a:lnTo>
                    <a:pt x="0" y="25836"/>
                  </a:lnTo>
                  <a:lnTo>
                    <a:pt x="43314" y="25836"/>
                  </a:lnTo>
                  <a:lnTo>
                    <a:pt x="43314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5"/>
            <p:cNvSpPr/>
            <p:nvPr/>
          </p:nvSpPr>
          <p:spPr>
            <a:xfrm>
              <a:off x="5173625" y="876950"/>
              <a:ext cx="117800" cy="118575"/>
            </a:xfrm>
            <a:custGeom>
              <a:avLst/>
              <a:gdLst/>
              <a:ahLst/>
              <a:cxnLst/>
              <a:rect l="l" t="t" r="r" b="b"/>
              <a:pathLst>
                <a:path w="4712" h="4743" fill="none" extrusionOk="0">
                  <a:moveTo>
                    <a:pt x="0" y="2037"/>
                  </a:moveTo>
                  <a:cubicBezTo>
                    <a:pt x="0" y="3830"/>
                    <a:pt x="2158" y="4742"/>
                    <a:pt x="3435" y="3466"/>
                  </a:cubicBezTo>
                  <a:cubicBezTo>
                    <a:pt x="4711" y="2189"/>
                    <a:pt x="3800" y="1"/>
                    <a:pt x="2006" y="1"/>
                  </a:cubicBezTo>
                  <a:cubicBezTo>
                    <a:pt x="882" y="31"/>
                    <a:pt x="0" y="912"/>
                    <a:pt x="0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1" name="Google Shape;141;p5"/>
          <p:cNvSpPr txBox="1">
            <a:spLocks noGrp="1"/>
          </p:cNvSpPr>
          <p:nvPr>
            <p:ph type="subTitle" idx="1"/>
          </p:nvPr>
        </p:nvSpPr>
        <p:spPr>
          <a:xfrm>
            <a:off x="1290763" y="3086429"/>
            <a:ext cx="24255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2" name="Google Shape;142;p5"/>
          <p:cNvSpPr txBox="1">
            <a:spLocks noGrp="1"/>
          </p:cNvSpPr>
          <p:nvPr>
            <p:ph type="subTitle" idx="2"/>
          </p:nvPr>
        </p:nvSpPr>
        <p:spPr>
          <a:xfrm>
            <a:off x="5427738" y="3086429"/>
            <a:ext cx="24255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3" name="Google Shape;143;p5"/>
          <p:cNvSpPr txBox="1">
            <a:spLocks noGrp="1"/>
          </p:cNvSpPr>
          <p:nvPr>
            <p:ph type="subTitle" idx="3"/>
          </p:nvPr>
        </p:nvSpPr>
        <p:spPr>
          <a:xfrm>
            <a:off x="1290775" y="3562899"/>
            <a:ext cx="2425500" cy="80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5"/>
          <p:cNvSpPr txBox="1">
            <a:spLocks noGrp="1"/>
          </p:cNvSpPr>
          <p:nvPr>
            <p:ph type="subTitle" idx="4"/>
          </p:nvPr>
        </p:nvSpPr>
        <p:spPr>
          <a:xfrm>
            <a:off x="5427750" y="3562899"/>
            <a:ext cx="2425500" cy="80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5"/>
          <p:cNvSpPr txBox="1">
            <a:spLocks noGrp="1"/>
          </p:cNvSpPr>
          <p:nvPr>
            <p:ph type="title"/>
          </p:nvPr>
        </p:nvSpPr>
        <p:spPr>
          <a:xfrm>
            <a:off x="1704750" y="539700"/>
            <a:ext cx="5734500" cy="47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Google Shape;147;p6"/>
          <p:cNvGrpSpPr/>
          <p:nvPr/>
        </p:nvGrpSpPr>
        <p:grpSpPr>
          <a:xfrm>
            <a:off x="-331199" y="-1100503"/>
            <a:ext cx="2948397" cy="2299878"/>
            <a:chOff x="-148524" y="-1091464"/>
            <a:chExt cx="2948397" cy="2299878"/>
          </a:xfrm>
        </p:grpSpPr>
        <p:grpSp>
          <p:nvGrpSpPr>
            <p:cNvPr id="148" name="Google Shape;148;p6"/>
            <p:cNvGrpSpPr/>
            <p:nvPr/>
          </p:nvGrpSpPr>
          <p:grpSpPr>
            <a:xfrm>
              <a:off x="-148524" y="246037"/>
              <a:ext cx="2074949" cy="962378"/>
              <a:chOff x="-85249" y="3960975"/>
              <a:chExt cx="2074949" cy="962378"/>
            </a:xfrm>
          </p:grpSpPr>
          <p:grpSp>
            <p:nvGrpSpPr>
              <p:cNvPr id="149" name="Google Shape;149;p6"/>
              <p:cNvGrpSpPr/>
              <p:nvPr/>
            </p:nvGrpSpPr>
            <p:grpSpPr>
              <a:xfrm>
                <a:off x="-44137" y="3960975"/>
                <a:ext cx="2033837" cy="459179"/>
                <a:chOff x="-101291" y="3971002"/>
                <a:chExt cx="2033837" cy="459179"/>
              </a:xfrm>
            </p:grpSpPr>
            <p:sp>
              <p:nvSpPr>
                <p:cNvPr id="150" name="Google Shape;150;p6"/>
                <p:cNvSpPr/>
                <p:nvPr/>
              </p:nvSpPr>
              <p:spPr>
                <a:xfrm rot="-5400000">
                  <a:off x="646715" y="3256635"/>
                  <a:ext cx="425539" cy="19215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" h="51613" extrusionOk="0">
                      <a:moveTo>
                        <a:pt x="0" y="1"/>
                      </a:moveTo>
                      <a:lnTo>
                        <a:pt x="0" y="17995"/>
                      </a:lnTo>
                      <a:lnTo>
                        <a:pt x="31" y="18056"/>
                      </a:lnTo>
                      <a:cubicBezTo>
                        <a:pt x="61" y="18117"/>
                        <a:pt x="91" y="18147"/>
                        <a:pt x="122" y="18177"/>
                      </a:cubicBezTo>
                      <a:lnTo>
                        <a:pt x="10852" y="28877"/>
                      </a:lnTo>
                      <a:lnTo>
                        <a:pt x="10852" y="51612"/>
                      </a:lnTo>
                      <a:lnTo>
                        <a:pt x="11429" y="51612"/>
                      </a:lnTo>
                      <a:lnTo>
                        <a:pt x="11429" y="28633"/>
                      </a:lnTo>
                      <a:lnTo>
                        <a:pt x="669" y="17873"/>
                      </a:lnTo>
                      <a:lnTo>
                        <a:pt x="608" y="17813"/>
                      </a:lnTo>
                      <a:lnTo>
                        <a:pt x="608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1" name="Google Shape;151;p6"/>
                <p:cNvSpPr/>
                <p:nvPr/>
              </p:nvSpPr>
              <p:spPr>
                <a:xfrm>
                  <a:off x="1813971" y="3971002"/>
                  <a:ext cx="118575" cy="11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43" h="4743" fill="none" extrusionOk="0">
                      <a:moveTo>
                        <a:pt x="4742" y="2037"/>
                      </a:moveTo>
                      <a:cubicBezTo>
                        <a:pt x="4742" y="3830"/>
                        <a:pt x="2554" y="4742"/>
                        <a:pt x="1277" y="3466"/>
                      </a:cubicBezTo>
                      <a:cubicBezTo>
                        <a:pt x="1" y="2189"/>
                        <a:pt x="912" y="31"/>
                        <a:pt x="2706" y="1"/>
                      </a:cubicBezTo>
                      <a:cubicBezTo>
                        <a:pt x="3830" y="1"/>
                        <a:pt x="4742" y="912"/>
                        <a:pt x="4742" y="2037"/>
                      </a:cubicBezTo>
                      <a:close/>
                    </a:path>
                  </a:pathLst>
                </a:custGeom>
                <a:noFill/>
                <a:ln w="28575" cap="flat" cmpd="sng">
                  <a:solidFill>
                    <a:schemeClr val="accent1"/>
                  </a:solidFill>
                  <a:prstDash val="solid"/>
                  <a:miter lim="3039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52" name="Google Shape;152;p6"/>
              <p:cNvGrpSpPr/>
              <p:nvPr/>
            </p:nvGrpSpPr>
            <p:grpSpPr>
              <a:xfrm>
                <a:off x="-85249" y="4203623"/>
                <a:ext cx="2014791" cy="469195"/>
                <a:chOff x="-35118" y="4163517"/>
                <a:chExt cx="2014791" cy="469195"/>
              </a:xfrm>
            </p:grpSpPr>
            <p:sp>
              <p:nvSpPr>
                <p:cNvPr id="153" name="Google Shape;153;p6"/>
                <p:cNvSpPr/>
                <p:nvPr/>
              </p:nvSpPr>
              <p:spPr>
                <a:xfrm rot="-5400000">
                  <a:off x="712889" y="3459167"/>
                  <a:ext cx="425539" cy="19215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" h="51613" extrusionOk="0">
                      <a:moveTo>
                        <a:pt x="0" y="1"/>
                      </a:moveTo>
                      <a:lnTo>
                        <a:pt x="0" y="17995"/>
                      </a:lnTo>
                      <a:lnTo>
                        <a:pt x="31" y="18056"/>
                      </a:lnTo>
                      <a:cubicBezTo>
                        <a:pt x="61" y="18117"/>
                        <a:pt x="91" y="18147"/>
                        <a:pt x="122" y="18177"/>
                      </a:cubicBezTo>
                      <a:lnTo>
                        <a:pt x="10852" y="28877"/>
                      </a:lnTo>
                      <a:lnTo>
                        <a:pt x="10852" y="51612"/>
                      </a:lnTo>
                      <a:lnTo>
                        <a:pt x="11429" y="51612"/>
                      </a:lnTo>
                      <a:lnTo>
                        <a:pt x="11429" y="28633"/>
                      </a:lnTo>
                      <a:lnTo>
                        <a:pt x="669" y="17873"/>
                      </a:lnTo>
                      <a:lnTo>
                        <a:pt x="608" y="17813"/>
                      </a:lnTo>
                      <a:lnTo>
                        <a:pt x="60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4" name="Google Shape;154;p6"/>
                <p:cNvSpPr/>
                <p:nvPr/>
              </p:nvSpPr>
              <p:spPr>
                <a:xfrm>
                  <a:off x="1861099" y="4163517"/>
                  <a:ext cx="118575" cy="11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43" h="4743" fill="none" extrusionOk="0">
                      <a:moveTo>
                        <a:pt x="4742" y="2037"/>
                      </a:moveTo>
                      <a:cubicBezTo>
                        <a:pt x="4742" y="3830"/>
                        <a:pt x="2554" y="4742"/>
                        <a:pt x="1277" y="3466"/>
                      </a:cubicBezTo>
                      <a:cubicBezTo>
                        <a:pt x="1" y="2189"/>
                        <a:pt x="912" y="31"/>
                        <a:pt x="2706" y="1"/>
                      </a:cubicBezTo>
                      <a:cubicBezTo>
                        <a:pt x="3830" y="1"/>
                        <a:pt x="4742" y="912"/>
                        <a:pt x="4742" y="2037"/>
                      </a:cubicBezTo>
                      <a:close/>
                    </a:path>
                  </a:pathLst>
                </a:custGeom>
                <a:noFill/>
                <a:ln w="28575" cap="flat" cmpd="sng">
                  <a:solidFill>
                    <a:schemeClr val="dk1"/>
                  </a:solidFill>
                  <a:prstDash val="solid"/>
                  <a:miter lim="3039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55" name="Google Shape;155;p6"/>
              <p:cNvGrpSpPr/>
              <p:nvPr/>
            </p:nvGrpSpPr>
            <p:grpSpPr>
              <a:xfrm>
                <a:off x="-85249" y="4454155"/>
                <a:ext cx="2014791" cy="469199"/>
                <a:chOff x="-35118" y="4345992"/>
                <a:chExt cx="2014791" cy="469199"/>
              </a:xfrm>
            </p:grpSpPr>
            <p:sp>
              <p:nvSpPr>
                <p:cNvPr id="156" name="Google Shape;156;p6"/>
                <p:cNvSpPr/>
                <p:nvPr/>
              </p:nvSpPr>
              <p:spPr>
                <a:xfrm rot="-5400000">
                  <a:off x="712889" y="3641646"/>
                  <a:ext cx="425539" cy="19215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" h="51613" extrusionOk="0">
                      <a:moveTo>
                        <a:pt x="0" y="1"/>
                      </a:moveTo>
                      <a:lnTo>
                        <a:pt x="0" y="17995"/>
                      </a:lnTo>
                      <a:lnTo>
                        <a:pt x="31" y="18056"/>
                      </a:lnTo>
                      <a:cubicBezTo>
                        <a:pt x="61" y="18117"/>
                        <a:pt x="91" y="18147"/>
                        <a:pt x="122" y="18177"/>
                      </a:cubicBezTo>
                      <a:lnTo>
                        <a:pt x="10852" y="28877"/>
                      </a:lnTo>
                      <a:lnTo>
                        <a:pt x="10852" y="51612"/>
                      </a:lnTo>
                      <a:lnTo>
                        <a:pt x="11429" y="51612"/>
                      </a:lnTo>
                      <a:lnTo>
                        <a:pt x="11429" y="28633"/>
                      </a:lnTo>
                      <a:lnTo>
                        <a:pt x="669" y="17873"/>
                      </a:lnTo>
                      <a:lnTo>
                        <a:pt x="608" y="17813"/>
                      </a:lnTo>
                      <a:lnTo>
                        <a:pt x="60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7" name="Google Shape;157;p6"/>
                <p:cNvSpPr/>
                <p:nvPr/>
              </p:nvSpPr>
              <p:spPr>
                <a:xfrm>
                  <a:off x="1861099" y="4345992"/>
                  <a:ext cx="118575" cy="11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43" h="4743" fill="none" extrusionOk="0">
                      <a:moveTo>
                        <a:pt x="4742" y="2037"/>
                      </a:moveTo>
                      <a:cubicBezTo>
                        <a:pt x="4742" y="3830"/>
                        <a:pt x="2554" y="4742"/>
                        <a:pt x="1277" y="3466"/>
                      </a:cubicBezTo>
                      <a:cubicBezTo>
                        <a:pt x="1" y="2189"/>
                        <a:pt x="912" y="31"/>
                        <a:pt x="2706" y="1"/>
                      </a:cubicBezTo>
                      <a:cubicBezTo>
                        <a:pt x="3830" y="1"/>
                        <a:pt x="4742" y="912"/>
                        <a:pt x="4742" y="2037"/>
                      </a:cubicBezTo>
                      <a:close/>
                    </a:path>
                  </a:pathLst>
                </a:custGeom>
                <a:noFill/>
                <a:ln w="28575" cap="flat" cmpd="sng">
                  <a:solidFill>
                    <a:schemeClr val="dk1"/>
                  </a:solidFill>
                  <a:prstDash val="solid"/>
                  <a:miter lim="3039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58" name="Google Shape;158;p6"/>
            <p:cNvGrpSpPr/>
            <p:nvPr/>
          </p:nvGrpSpPr>
          <p:grpSpPr>
            <a:xfrm rot="-899960">
              <a:off x="374474" y="-828634"/>
              <a:ext cx="2249258" cy="1657275"/>
              <a:chOff x="746475" y="-443725"/>
              <a:chExt cx="2249325" cy="1657325"/>
            </a:xfrm>
          </p:grpSpPr>
          <p:sp>
            <p:nvSpPr>
              <p:cNvPr id="159" name="Google Shape;159;p6"/>
              <p:cNvSpPr/>
              <p:nvPr/>
            </p:nvSpPr>
            <p:spPr>
              <a:xfrm>
                <a:off x="746475" y="-443725"/>
                <a:ext cx="2158875" cy="1560825"/>
              </a:xfrm>
              <a:custGeom>
                <a:avLst/>
                <a:gdLst/>
                <a:ahLst/>
                <a:cxnLst/>
                <a:rect l="l" t="t" r="r" b="b"/>
                <a:pathLst>
                  <a:path w="86355" h="62433" fill="none" extrusionOk="0">
                    <a:moveTo>
                      <a:pt x="86355" y="62433"/>
                    </a:moveTo>
                    <a:lnTo>
                      <a:pt x="34621" y="14833"/>
                    </a:lnTo>
                    <a:lnTo>
                      <a:pt x="1" y="14833"/>
                    </a:lnTo>
                    <a:lnTo>
                      <a:pt x="1" y="0"/>
                    </a:ln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6"/>
              <p:cNvSpPr/>
              <p:nvPr/>
            </p:nvSpPr>
            <p:spPr>
              <a:xfrm>
                <a:off x="2877225" y="1095800"/>
                <a:ext cx="118575" cy="117800"/>
              </a:xfrm>
              <a:custGeom>
                <a:avLst/>
                <a:gdLst/>
                <a:ahLst/>
                <a:cxnLst/>
                <a:rect l="l" t="t" r="r" b="b"/>
                <a:pathLst>
                  <a:path w="4743" h="4712" fill="none" extrusionOk="0">
                    <a:moveTo>
                      <a:pt x="4742" y="2007"/>
                    </a:moveTo>
                    <a:cubicBezTo>
                      <a:pt x="4742" y="3830"/>
                      <a:pt x="2554" y="4712"/>
                      <a:pt x="1277" y="3466"/>
                    </a:cubicBezTo>
                    <a:cubicBezTo>
                      <a:pt x="0" y="2189"/>
                      <a:pt x="912" y="0"/>
                      <a:pt x="2705" y="0"/>
                    </a:cubicBezTo>
                    <a:cubicBezTo>
                      <a:pt x="3830" y="0"/>
                      <a:pt x="4742" y="912"/>
                      <a:pt x="4742" y="2007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1" name="Google Shape;161;p6"/>
          <p:cNvGrpSpPr/>
          <p:nvPr/>
        </p:nvGrpSpPr>
        <p:grpSpPr>
          <a:xfrm flipH="1">
            <a:off x="6526801" y="-1100503"/>
            <a:ext cx="2948397" cy="2299878"/>
            <a:chOff x="3876" y="-939064"/>
            <a:chExt cx="2948397" cy="2299878"/>
          </a:xfrm>
        </p:grpSpPr>
        <p:grpSp>
          <p:nvGrpSpPr>
            <p:cNvPr id="162" name="Google Shape;162;p6"/>
            <p:cNvGrpSpPr/>
            <p:nvPr/>
          </p:nvGrpSpPr>
          <p:grpSpPr>
            <a:xfrm>
              <a:off x="3876" y="398437"/>
              <a:ext cx="2074949" cy="962378"/>
              <a:chOff x="-85249" y="3960975"/>
              <a:chExt cx="2074949" cy="962378"/>
            </a:xfrm>
          </p:grpSpPr>
          <p:grpSp>
            <p:nvGrpSpPr>
              <p:cNvPr id="163" name="Google Shape;163;p6"/>
              <p:cNvGrpSpPr/>
              <p:nvPr/>
            </p:nvGrpSpPr>
            <p:grpSpPr>
              <a:xfrm>
                <a:off x="-44137" y="3960975"/>
                <a:ext cx="2033837" cy="459179"/>
                <a:chOff x="-101291" y="3971002"/>
                <a:chExt cx="2033837" cy="459179"/>
              </a:xfrm>
            </p:grpSpPr>
            <p:sp>
              <p:nvSpPr>
                <p:cNvPr id="164" name="Google Shape;164;p6"/>
                <p:cNvSpPr/>
                <p:nvPr/>
              </p:nvSpPr>
              <p:spPr>
                <a:xfrm rot="-5400000">
                  <a:off x="646715" y="3256635"/>
                  <a:ext cx="425539" cy="19215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" h="51613" extrusionOk="0">
                      <a:moveTo>
                        <a:pt x="0" y="1"/>
                      </a:moveTo>
                      <a:lnTo>
                        <a:pt x="0" y="17995"/>
                      </a:lnTo>
                      <a:lnTo>
                        <a:pt x="31" y="18056"/>
                      </a:lnTo>
                      <a:cubicBezTo>
                        <a:pt x="61" y="18117"/>
                        <a:pt x="91" y="18147"/>
                        <a:pt x="122" y="18177"/>
                      </a:cubicBezTo>
                      <a:lnTo>
                        <a:pt x="10852" y="28877"/>
                      </a:lnTo>
                      <a:lnTo>
                        <a:pt x="10852" y="51612"/>
                      </a:lnTo>
                      <a:lnTo>
                        <a:pt x="11429" y="51612"/>
                      </a:lnTo>
                      <a:lnTo>
                        <a:pt x="11429" y="28633"/>
                      </a:lnTo>
                      <a:lnTo>
                        <a:pt x="669" y="17873"/>
                      </a:lnTo>
                      <a:lnTo>
                        <a:pt x="608" y="17813"/>
                      </a:lnTo>
                      <a:lnTo>
                        <a:pt x="608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5" name="Google Shape;165;p6"/>
                <p:cNvSpPr/>
                <p:nvPr/>
              </p:nvSpPr>
              <p:spPr>
                <a:xfrm>
                  <a:off x="1813971" y="3971002"/>
                  <a:ext cx="118575" cy="11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43" h="4743" fill="none" extrusionOk="0">
                      <a:moveTo>
                        <a:pt x="4742" y="2037"/>
                      </a:moveTo>
                      <a:cubicBezTo>
                        <a:pt x="4742" y="3830"/>
                        <a:pt x="2554" y="4742"/>
                        <a:pt x="1277" y="3466"/>
                      </a:cubicBezTo>
                      <a:cubicBezTo>
                        <a:pt x="1" y="2189"/>
                        <a:pt x="912" y="31"/>
                        <a:pt x="2706" y="1"/>
                      </a:cubicBezTo>
                      <a:cubicBezTo>
                        <a:pt x="3830" y="1"/>
                        <a:pt x="4742" y="912"/>
                        <a:pt x="4742" y="2037"/>
                      </a:cubicBezTo>
                      <a:close/>
                    </a:path>
                  </a:pathLst>
                </a:custGeom>
                <a:noFill/>
                <a:ln w="28575" cap="flat" cmpd="sng">
                  <a:solidFill>
                    <a:schemeClr val="accent2"/>
                  </a:solidFill>
                  <a:prstDash val="solid"/>
                  <a:miter lim="3039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66" name="Google Shape;166;p6"/>
              <p:cNvGrpSpPr/>
              <p:nvPr/>
            </p:nvGrpSpPr>
            <p:grpSpPr>
              <a:xfrm>
                <a:off x="-85249" y="4203623"/>
                <a:ext cx="2014791" cy="469195"/>
                <a:chOff x="-35118" y="4163517"/>
                <a:chExt cx="2014791" cy="469195"/>
              </a:xfrm>
            </p:grpSpPr>
            <p:sp>
              <p:nvSpPr>
                <p:cNvPr id="167" name="Google Shape;167;p6"/>
                <p:cNvSpPr/>
                <p:nvPr/>
              </p:nvSpPr>
              <p:spPr>
                <a:xfrm rot="-5400000">
                  <a:off x="712889" y="3459167"/>
                  <a:ext cx="425539" cy="19215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" h="51613" extrusionOk="0">
                      <a:moveTo>
                        <a:pt x="0" y="1"/>
                      </a:moveTo>
                      <a:lnTo>
                        <a:pt x="0" y="17995"/>
                      </a:lnTo>
                      <a:lnTo>
                        <a:pt x="31" y="18056"/>
                      </a:lnTo>
                      <a:cubicBezTo>
                        <a:pt x="61" y="18117"/>
                        <a:pt x="91" y="18147"/>
                        <a:pt x="122" y="18177"/>
                      </a:cubicBezTo>
                      <a:lnTo>
                        <a:pt x="10852" y="28877"/>
                      </a:lnTo>
                      <a:lnTo>
                        <a:pt x="10852" y="51612"/>
                      </a:lnTo>
                      <a:lnTo>
                        <a:pt x="11429" y="51612"/>
                      </a:lnTo>
                      <a:lnTo>
                        <a:pt x="11429" y="28633"/>
                      </a:lnTo>
                      <a:lnTo>
                        <a:pt x="669" y="17873"/>
                      </a:lnTo>
                      <a:lnTo>
                        <a:pt x="608" y="17813"/>
                      </a:lnTo>
                      <a:lnTo>
                        <a:pt x="60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8" name="Google Shape;168;p6"/>
                <p:cNvSpPr/>
                <p:nvPr/>
              </p:nvSpPr>
              <p:spPr>
                <a:xfrm>
                  <a:off x="1861099" y="4163517"/>
                  <a:ext cx="118575" cy="11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43" h="4743" fill="none" extrusionOk="0">
                      <a:moveTo>
                        <a:pt x="4742" y="2037"/>
                      </a:moveTo>
                      <a:cubicBezTo>
                        <a:pt x="4742" y="3830"/>
                        <a:pt x="2554" y="4742"/>
                        <a:pt x="1277" y="3466"/>
                      </a:cubicBezTo>
                      <a:cubicBezTo>
                        <a:pt x="1" y="2189"/>
                        <a:pt x="912" y="31"/>
                        <a:pt x="2706" y="1"/>
                      </a:cubicBezTo>
                      <a:cubicBezTo>
                        <a:pt x="3830" y="1"/>
                        <a:pt x="4742" y="912"/>
                        <a:pt x="4742" y="2037"/>
                      </a:cubicBezTo>
                      <a:close/>
                    </a:path>
                  </a:pathLst>
                </a:custGeom>
                <a:noFill/>
                <a:ln w="28575" cap="flat" cmpd="sng">
                  <a:solidFill>
                    <a:schemeClr val="dk1"/>
                  </a:solidFill>
                  <a:prstDash val="solid"/>
                  <a:miter lim="3039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69" name="Google Shape;169;p6"/>
              <p:cNvGrpSpPr/>
              <p:nvPr/>
            </p:nvGrpSpPr>
            <p:grpSpPr>
              <a:xfrm>
                <a:off x="-85249" y="4454155"/>
                <a:ext cx="2014791" cy="469199"/>
                <a:chOff x="-35118" y="4345992"/>
                <a:chExt cx="2014791" cy="469199"/>
              </a:xfrm>
            </p:grpSpPr>
            <p:sp>
              <p:nvSpPr>
                <p:cNvPr id="170" name="Google Shape;170;p6"/>
                <p:cNvSpPr/>
                <p:nvPr/>
              </p:nvSpPr>
              <p:spPr>
                <a:xfrm rot="-5400000">
                  <a:off x="712889" y="3641646"/>
                  <a:ext cx="425539" cy="19215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" h="51613" extrusionOk="0">
                      <a:moveTo>
                        <a:pt x="0" y="1"/>
                      </a:moveTo>
                      <a:lnTo>
                        <a:pt x="0" y="17995"/>
                      </a:lnTo>
                      <a:lnTo>
                        <a:pt x="31" y="18056"/>
                      </a:lnTo>
                      <a:cubicBezTo>
                        <a:pt x="61" y="18117"/>
                        <a:pt x="91" y="18147"/>
                        <a:pt x="122" y="18177"/>
                      </a:cubicBezTo>
                      <a:lnTo>
                        <a:pt x="10852" y="28877"/>
                      </a:lnTo>
                      <a:lnTo>
                        <a:pt x="10852" y="51612"/>
                      </a:lnTo>
                      <a:lnTo>
                        <a:pt x="11429" y="51612"/>
                      </a:lnTo>
                      <a:lnTo>
                        <a:pt x="11429" y="28633"/>
                      </a:lnTo>
                      <a:lnTo>
                        <a:pt x="669" y="17873"/>
                      </a:lnTo>
                      <a:lnTo>
                        <a:pt x="608" y="17813"/>
                      </a:lnTo>
                      <a:lnTo>
                        <a:pt x="60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1" name="Google Shape;171;p6"/>
                <p:cNvSpPr/>
                <p:nvPr/>
              </p:nvSpPr>
              <p:spPr>
                <a:xfrm>
                  <a:off x="1861099" y="4345992"/>
                  <a:ext cx="118575" cy="11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43" h="4743" fill="none" extrusionOk="0">
                      <a:moveTo>
                        <a:pt x="4742" y="2037"/>
                      </a:moveTo>
                      <a:cubicBezTo>
                        <a:pt x="4742" y="3830"/>
                        <a:pt x="2554" y="4742"/>
                        <a:pt x="1277" y="3466"/>
                      </a:cubicBezTo>
                      <a:cubicBezTo>
                        <a:pt x="1" y="2189"/>
                        <a:pt x="912" y="31"/>
                        <a:pt x="2706" y="1"/>
                      </a:cubicBezTo>
                      <a:cubicBezTo>
                        <a:pt x="3830" y="1"/>
                        <a:pt x="4742" y="912"/>
                        <a:pt x="4742" y="2037"/>
                      </a:cubicBezTo>
                      <a:close/>
                    </a:path>
                  </a:pathLst>
                </a:custGeom>
                <a:noFill/>
                <a:ln w="28575" cap="flat" cmpd="sng">
                  <a:solidFill>
                    <a:schemeClr val="dk1"/>
                  </a:solidFill>
                  <a:prstDash val="solid"/>
                  <a:miter lim="3039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72" name="Google Shape;172;p6"/>
            <p:cNvGrpSpPr/>
            <p:nvPr/>
          </p:nvGrpSpPr>
          <p:grpSpPr>
            <a:xfrm rot="-899960">
              <a:off x="526874" y="-676234"/>
              <a:ext cx="2249258" cy="1657275"/>
              <a:chOff x="746475" y="-443725"/>
              <a:chExt cx="2249325" cy="1657325"/>
            </a:xfrm>
          </p:grpSpPr>
          <p:sp>
            <p:nvSpPr>
              <p:cNvPr id="173" name="Google Shape;173;p6"/>
              <p:cNvSpPr/>
              <p:nvPr/>
            </p:nvSpPr>
            <p:spPr>
              <a:xfrm>
                <a:off x="746475" y="-443725"/>
                <a:ext cx="2158875" cy="1560825"/>
              </a:xfrm>
              <a:custGeom>
                <a:avLst/>
                <a:gdLst/>
                <a:ahLst/>
                <a:cxnLst/>
                <a:rect l="l" t="t" r="r" b="b"/>
                <a:pathLst>
                  <a:path w="86355" h="62433" fill="none" extrusionOk="0">
                    <a:moveTo>
                      <a:pt x="86355" y="62433"/>
                    </a:moveTo>
                    <a:lnTo>
                      <a:pt x="34621" y="14833"/>
                    </a:lnTo>
                    <a:lnTo>
                      <a:pt x="1" y="14833"/>
                    </a:lnTo>
                    <a:lnTo>
                      <a:pt x="1" y="0"/>
                    </a:ln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6"/>
              <p:cNvSpPr/>
              <p:nvPr/>
            </p:nvSpPr>
            <p:spPr>
              <a:xfrm>
                <a:off x="2877225" y="1095800"/>
                <a:ext cx="118575" cy="117800"/>
              </a:xfrm>
              <a:custGeom>
                <a:avLst/>
                <a:gdLst/>
                <a:ahLst/>
                <a:cxnLst/>
                <a:rect l="l" t="t" r="r" b="b"/>
                <a:pathLst>
                  <a:path w="4743" h="4712" fill="none" extrusionOk="0">
                    <a:moveTo>
                      <a:pt x="4742" y="2007"/>
                    </a:moveTo>
                    <a:cubicBezTo>
                      <a:pt x="4742" y="3830"/>
                      <a:pt x="2554" y="4712"/>
                      <a:pt x="1277" y="3466"/>
                    </a:cubicBezTo>
                    <a:cubicBezTo>
                      <a:pt x="0" y="2189"/>
                      <a:pt x="912" y="0"/>
                      <a:pt x="2705" y="0"/>
                    </a:cubicBezTo>
                    <a:cubicBezTo>
                      <a:pt x="3830" y="0"/>
                      <a:pt x="4742" y="912"/>
                      <a:pt x="4742" y="2007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75" name="Google Shape;175;p6"/>
          <p:cNvSpPr txBox="1">
            <a:spLocks noGrp="1"/>
          </p:cNvSpPr>
          <p:nvPr>
            <p:ph type="title"/>
          </p:nvPr>
        </p:nvSpPr>
        <p:spPr>
          <a:xfrm>
            <a:off x="2060700" y="539700"/>
            <a:ext cx="5022600" cy="47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Google Shape;177;p7"/>
          <p:cNvGrpSpPr/>
          <p:nvPr/>
        </p:nvGrpSpPr>
        <p:grpSpPr>
          <a:xfrm>
            <a:off x="-240841" y="4543828"/>
            <a:ext cx="2014791" cy="473128"/>
            <a:chOff x="-35118" y="4342063"/>
            <a:chExt cx="2014791" cy="473128"/>
          </a:xfrm>
        </p:grpSpPr>
        <p:sp>
          <p:nvSpPr>
            <p:cNvPr id="178" name="Google Shape;178;p7"/>
            <p:cNvSpPr/>
            <p:nvPr/>
          </p:nvSpPr>
          <p:spPr>
            <a:xfrm rot="-5400000">
              <a:off x="712889" y="3641646"/>
              <a:ext cx="425539" cy="1921552"/>
            </a:xfrm>
            <a:custGeom>
              <a:avLst/>
              <a:gdLst/>
              <a:ahLst/>
              <a:cxnLst/>
              <a:rect l="l" t="t" r="r" b="b"/>
              <a:pathLst>
                <a:path w="11430" h="51613" extrusionOk="0">
                  <a:moveTo>
                    <a:pt x="0" y="1"/>
                  </a:moveTo>
                  <a:lnTo>
                    <a:pt x="0" y="17995"/>
                  </a:lnTo>
                  <a:lnTo>
                    <a:pt x="31" y="18056"/>
                  </a:lnTo>
                  <a:cubicBezTo>
                    <a:pt x="61" y="18117"/>
                    <a:pt x="91" y="18147"/>
                    <a:pt x="122" y="18177"/>
                  </a:cubicBezTo>
                  <a:lnTo>
                    <a:pt x="10852" y="28877"/>
                  </a:lnTo>
                  <a:lnTo>
                    <a:pt x="10852" y="51612"/>
                  </a:lnTo>
                  <a:lnTo>
                    <a:pt x="11429" y="51612"/>
                  </a:lnTo>
                  <a:lnTo>
                    <a:pt x="11429" y="28633"/>
                  </a:lnTo>
                  <a:lnTo>
                    <a:pt x="669" y="17873"/>
                  </a:lnTo>
                  <a:lnTo>
                    <a:pt x="608" y="17813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7"/>
            <p:cNvSpPr/>
            <p:nvPr/>
          </p:nvSpPr>
          <p:spPr>
            <a:xfrm>
              <a:off x="1861099" y="4342063"/>
              <a:ext cx="118575" cy="118575"/>
            </a:xfrm>
            <a:custGeom>
              <a:avLst/>
              <a:gdLst/>
              <a:ahLst/>
              <a:cxnLst/>
              <a:rect l="l" t="t" r="r" b="b"/>
              <a:pathLst>
                <a:path w="4743" h="4743" fill="none" extrusionOk="0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0" name="Google Shape;180;p7"/>
          <p:cNvGrpSpPr/>
          <p:nvPr/>
        </p:nvGrpSpPr>
        <p:grpSpPr>
          <a:xfrm>
            <a:off x="-185941" y="4793793"/>
            <a:ext cx="2014791" cy="473128"/>
            <a:chOff x="-35118" y="4342063"/>
            <a:chExt cx="2014791" cy="473128"/>
          </a:xfrm>
        </p:grpSpPr>
        <p:sp>
          <p:nvSpPr>
            <p:cNvPr id="181" name="Google Shape;181;p7"/>
            <p:cNvSpPr/>
            <p:nvPr/>
          </p:nvSpPr>
          <p:spPr>
            <a:xfrm rot="-5400000">
              <a:off x="712889" y="3641646"/>
              <a:ext cx="425539" cy="1921552"/>
            </a:xfrm>
            <a:custGeom>
              <a:avLst/>
              <a:gdLst/>
              <a:ahLst/>
              <a:cxnLst/>
              <a:rect l="l" t="t" r="r" b="b"/>
              <a:pathLst>
                <a:path w="11430" h="51613" extrusionOk="0">
                  <a:moveTo>
                    <a:pt x="0" y="1"/>
                  </a:moveTo>
                  <a:lnTo>
                    <a:pt x="0" y="17995"/>
                  </a:lnTo>
                  <a:lnTo>
                    <a:pt x="31" y="18056"/>
                  </a:lnTo>
                  <a:cubicBezTo>
                    <a:pt x="61" y="18117"/>
                    <a:pt x="91" y="18147"/>
                    <a:pt x="122" y="18177"/>
                  </a:cubicBezTo>
                  <a:lnTo>
                    <a:pt x="10852" y="28877"/>
                  </a:lnTo>
                  <a:lnTo>
                    <a:pt x="10852" y="51612"/>
                  </a:lnTo>
                  <a:lnTo>
                    <a:pt x="11429" y="51612"/>
                  </a:lnTo>
                  <a:lnTo>
                    <a:pt x="11429" y="28633"/>
                  </a:lnTo>
                  <a:lnTo>
                    <a:pt x="669" y="17873"/>
                  </a:lnTo>
                  <a:lnTo>
                    <a:pt x="608" y="17813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7"/>
            <p:cNvSpPr/>
            <p:nvPr/>
          </p:nvSpPr>
          <p:spPr>
            <a:xfrm>
              <a:off x="1861099" y="4342063"/>
              <a:ext cx="118575" cy="118575"/>
            </a:xfrm>
            <a:custGeom>
              <a:avLst/>
              <a:gdLst/>
              <a:ahLst/>
              <a:cxnLst/>
              <a:rect l="l" t="t" r="r" b="b"/>
              <a:pathLst>
                <a:path w="4743" h="4743" fill="none" extrusionOk="0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accen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3" name="Google Shape;183;p7"/>
          <p:cNvGrpSpPr/>
          <p:nvPr/>
        </p:nvGrpSpPr>
        <p:grpSpPr>
          <a:xfrm>
            <a:off x="-27101" y="9826"/>
            <a:ext cx="1697125" cy="576045"/>
            <a:chOff x="-27101" y="9826"/>
            <a:chExt cx="1697125" cy="576045"/>
          </a:xfrm>
        </p:grpSpPr>
        <p:grpSp>
          <p:nvGrpSpPr>
            <p:cNvPr id="184" name="Google Shape;184;p7"/>
            <p:cNvGrpSpPr/>
            <p:nvPr/>
          </p:nvGrpSpPr>
          <p:grpSpPr>
            <a:xfrm rot="5400000">
              <a:off x="568188" y="-433231"/>
              <a:ext cx="423826" cy="1614380"/>
              <a:chOff x="236836" y="140933"/>
              <a:chExt cx="423826" cy="1614380"/>
            </a:xfrm>
          </p:grpSpPr>
          <p:sp>
            <p:nvSpPr>
              <p:cNvPr id="185" name="Google Shape;185;p7"/>
              <p:cNvSpPr/>
              <p:nvPr/>
            </p:nvSpPr>
            <p:spPr>
              <a:xfrm>
                <a:off x="292013" y="249370"/>
                <a:ext cx="334005" cy="1407885"/>
              </a:xfrm>
              <a:custGeom>
                <a:avLst/>
                <a:gdLst/>
                <a:ahLst/>
                <a:cxnLst/>
                <a:rect l="l" t="t" r="r" b="b"/>
                <a:pathLst>
                  <a:path w="7478" h="31521" extrusionOk="0">
                    <a:moveTo>
                      <a:pt x="6870" y="0"/>
                    </a:moveTo>
                    <a:lnTo>
                      <a:pt x="6870" y="8177"/>
                    </a:lnTo>
                    <a:cubicBezTo>
                      <a:pt x="5441" y="9636"/>
                      <a:pt x="3982" y="11094"/>
                      <a:pt x="2554" y="12493"/>
                    </a:cubicBezTo>
                    <a:lnTo>
                      <a:pt x="122" y="14924"/>
                    </a:lnTo>
                    <a:lnTo>
                      <a:pt x="31" y="15046"/>
                    </a:lnTo>
                    <a:lnTo>
                      <a:pt x="1" y="15107"/>
                    </a:lnTo>
                    <a:cubicBezTo>
                      <a:pt x="1" y="15167"/>
                      <a:pt x="1" y="15228"/>
                      <a:pt x="1" y="15289"/>
                    </a:cubicBezTo>
                    <a:lnTo>
                      <a:pt x="1" y="31520"/>
                    </a:lnTo>
                    <a:lnTo>
                      <a:pt x="578" y="31520"/>
                    </a:lnTo>
                    <a:lnTo>
                      <a:pt x="578" y="15319"/>
                    </a:lnTo>
                    <a:cubicBezTo>
                      <a:pt x="1368" y="14529"/>
                      <a:pt x="2189" y="13739"/>
                      <a:pt x="2979" y="12918"/>
                    </a:cubicBezTo>
                    <a:cubicBezTo>
                      <a:pt x="4438" y="11490"/>
                      <a:pt x="5928" y="9970"/>
                      <a:pt x="7387" y="8511"/>
                    </a:cubicBezTo>
                    <a:lnTo>
                      <a:pt x="7478" y="8420"/>
                    </a:lnTo>
                    <a:lnTo>
                      <a:pt x="74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7"/>
              <p:cNvSpPr/>
              <p:nvPr/>
            </p:nvSpPr>
            <p:spPr>
              <a:xfrm>
                <a:off x="542088" y="140933"/>
                <a:ext cx="118575" cy="117825"/>
              </a:xfrm>
              <a:custGeom>
                <a:avLst/>
                <a:gdLst/>
                <a:ahLst/>
                <a:cxnLst/>
                <a:rect l="l" t="t" r="r" b="b"/>
                <a:pathLst>
                  <a:path w="4743" h="4713" fill="none" extrusionOk="0">
                    <a:moveTo>
                      <a:pt x="4742" y="2706"/>
                    </a:moveTo>
                    <a:cubicBezTo>
                      <a:pt x="4742" y="913"/>
                      <a:pt x="2554" y="1"/>
                      <a:pt x="1277" y="1277"/>
                    </a:cubicBezTo>
                    <a:cubicBezTo>
                      <a:pt x="1" y="2554"/>
                      <a:pt x="912" y="4712"/>
                      <a:pt x="2706" y="4712"/>
                    </a:cubicBezTo>
                    <a:cubicBezTo>
                      <a:pt x="3830" y="4712"/>
                      <a:pt x="4742" y="3831"/>
                      <a:pt x="4742" y="2706"/>
                    </a:cubicBezTo>
                    <a:close/>
                  </a:path>
                </a:pathLst>
              </a:custGeom>
              <a:solidFill>
                <a:schemeClr val="dk1"/>
              </a:solidFill>
              <a:ln w="2857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7"/>
              <p:cNvSpPr/>
              <p:nvPr/>
            </p:nvSpPr>
            <p:spPr>
              <a:xfrm>
                <a:off x="236836" y="1637488"/>
                <a:ext cx="118575" cy="117825"/>
              </a:xfrm>
              <a:custGeom>
                <a:avLst/>
                <a:gdLst/>
                <a:ahLst/>
                <a:cxnLst/>
                <a:rect l="l" t="t" r="r" b="b"/>
                <a:pathLst>
                  <a:path w="4743" h="4713" fill="none" extrusionOk="0">
                    <a:moveTo>
                      <a:pt x="4742" y="2706"/>
                    </a:moveTo>
                    <a:cubicBezTo>
                      <a:pt x="4742" y="913"/>
                      <a:pt x="2554" y="1"/>
                      <a:pt x="1277" y="1277"/>
                    </a:cubicBezTo>
                    <a:cubicBezTo>
                      <a:pt x="1" y="2554"/>
                      <a:pt x="912" y="4712"/>
                      <a:pt x="2706" y="4712"/>
                    </a:cubicBezTo>
                    <a:cubicBezTo>
                      <a:pt x="3830" y="4712"/>
                      <a:pt x="4742" y="3831"/>
                      <a:pt x="4742" y="2706"/>
                    </a:cubicBezTo>
                    <a:close/>
                  </a:path>
                </a:pathLst>
              </a:custGeom>
              <a:solidFill>
                <a:schemeClr val="dk1"/>
              </a:solidFill>
              <a:ln w="2857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8" name="Google Shape;188;p7"/>
            <p:cNvGrpSpPr/>
            <p:nvPr/>
          </p:nvGrpSpPr>
          <p:grpSpPr>
            <a:xfrm rot="5400000">
              <a:off x="607062" y="-624336"/>
              <a:ext cx="428800" cy="1697125"/>
              <a:chOff x="79461" y="58200"/>
              <a:chExt cx="428800" cy="1697125"/>
            </a:xfrm>
          </p:grpSpPr>
          <p:sp>
            <p:nvSpPr>
              <p:cNvPr id="189" name="Google Shape;189;p7"/>
              <p:cNvSpPr/>
              <p:nvPr/>
            </p:nvSpPr>
            <p:spPr>
              <a:xfrm>
                <a:off x="138597" y="176034"/>
                <a:ext cx="334050" cy="1481225"/>
              </a:xfrm>
              <a:custGeom>
                <a:avLst/>
                <a:gdLst/>
                <a:ahLst/>
                <a:cxnLst/>
                <a:rect l="l" t="t" r="r" b="b"/>
                <a:pathLst>
                  <a:path w="7479" h="33163" extrusionOk="0">
                    <a:moveTo>
                      <a:pt x="6870" y="1"/>
                    </a:moveTo>
                    <a:lnTo>
                      <a:pt x="6870" y="8208"/>
                    </a:lnTo>
                    <a:cubicBezTo>
                      <a:pt x="5442" y="9636"/>
                      <a:pt x="3983" y="11095"/>
                      <a:pt x="2554" y="12524"/>
                    </a:cubicBezTo>
                    <a:cubicBezTo>
                      <a:pt x="1764" y="13344"/>
                      <a:pt x="943" y="14135"/>
                      <a:pt x="122" y="14986"/>
                    </a:cubicBezTo>
                    <a:cubicBezTo>
                      <a:pt x="62" y="15016"/>
                      <a:pt x="31" y="15047"/>
                      <a:pt x="1" y="15107"/>
                    </a:cubicBezTo>
                    <a:lnTo>
                      <a:pt x="1" y="15168"/>
                    </a:lnTo>
                    <a:lnTo>
                      <a:pt x="1" y="33162"/>
                    </a:lnTo>
                    <a:lnTo>
                      <a:pt x="578" y="33162"/>
                    </a:lnTo>
                    <a:lnTo>
                      <a:pt x="578" y="15351"/>
                    </a:lnTo>
                    <a:lnTo>
                      <a:pt x="2980" y="12949"/>
                    </a:lnTo>
                    <a:cubicBezTo>
                      <a:pt x="4408" y="11490"/>
                      <a:pt x="5928" y="10001"/>
                      <a:pt x="7387" y="8512"/>
                    </a:cubicBezTo>
                    <a:lnTo>
                      <a:pt x="7478" y="8420"/>
                    </a:lnTo>
                    <a:lnTo>
                      <a:pt x="74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7"/>
              <p:cNvSpPr/>
              <p:nvPr/>
            </p:nvSpPr>
            <p:spPr>
              <a:xfrm>
                <a:off x="389686" y="58200"/>
                <a:ext cx="118575" cy="117825"/>
              </a:xfrm>
              <a:custGeom>
                <a:avLst/>
                <a:gdLst/>
                <a:ahLst/>
                <a:cxnLst/>
                <a:rect l="l" t="t" r="r" b="b"/>
                <a:pathLst>
                  <a:path w="4743" h="4713" fill="none" extrusionOk="0">
                    <a:moveTo>
                      <a:pt x="4742" y="2706"/>
                    </a:moveTo>
                    <a:cubicBezTo>
                      <a:pt x="4742" y="913"/>
                      <a:pt x="2554" y="1"/>
                      <a:pt x="1277" y="1277"/>
                    </a:cubicBezTo>
                    <a:cubicBezTo>
                      <a:pt x="1" y="2554"/>
                      <a:pt x="912" y="4712"/>
                      <a:pt x="2706" y="4712"/>
                    </a:cubicBezTo>
                    <a:cubicBezTo>
                      <a:pt x="3830" y="4712"/>
                      <a:pt x="4742" y="3831"/>
                      <a:pt x="4742" y="2706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7"/>
              <p:cNvSpPr/>
              <p:nvPr/>
            </p:nvSpPr>
            <p:spPr>
              <a:xfrm>
                <a:off x="79461" y="1637500"/>
                <a:ext cx="118575" cy="117825"/>
              </a:xfrm>
              <a:custGeom>
                <a:avLst/>
                <a:gdLst/>
                <a:ahLst/>
                <a:cxnLst/>
                <a:rect l="l" t="t" r="r" b="b"/>
                <a:pathLst>
                  <a:path w="4743" h="4713" fill="none" extrusionOk="0">
                    <a:moveTo>
                      <a:pt x="4742" y="2706"/>
                    </a:moveTo>
                    <a:cubicBezTo>
                      <a:pt x="4742" y="913"/>
                      <a:pt x="2554" y="1"/>
                      <a:pt x="1277" y="1277"/>
                    </a:cubicBezTo>
                    <a:cubicBezTo>
                      <a:pt x="1" y="2554"/>
                      <a:pt x="912" y="4712"/>
                      <a:pt x="2706" y="4712"/>
                    </a:cubicBezTo>
                    <a:cubicBezTo>
                      <a:pt x="3830" y="4712"/>
                      <a:pt x="4742" y="3831"/>
                      <a:pt x="4742" y="2706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92" name="Google Shape;192;p7"/>
          <p:cNvGrpSpPr/>
          <p:nvPr/>
        </p:nvGrpSpPr>
        <p:grpSpPr>
          <a:xfrm flipH="1">
            <a:off x="7374534" y="76783"/>
            <a:ext cx="2014791" cy="473128"/>
            <a:chOff x="-35118" y="4342063"/>
            <a:chExt cx="2014791" cy="473128"/>
          </a:xfrm>
        </p:grpSpPr>
        <p:sp>
          <p:nvSpPr>
            <p:cNvPr id="193" name="Google Shape;193;p7"/>
            <p:cNvSpPr/>
            <p:nvPr/>
          </p:nvSpPr>
          <p:spPr>
            <a:xfrm rot="-5400000">
              <a:off x="712889" y="3641646"/>
              <a:ext cx="425539" cy="1921552"/>
            </a:xfrm>
            <a:custGeom>
              <a:avLst/>
              <a:gdLst/>
              <a:ahLst/>
              <a:cxnLst/>
              <a:rect l="l" t="t" r="r" b="b"/>
              <a:pathLst>
                <a:path w="11430" h="51613" extrusionOk="0">
                  <a:moveTo>
                    <a:pt x="0" y="1"/>
                  </a:moveTo>
                  <a:lnTo>
                    <a:pt x="0" y="17995"/>
                  </a:lnTo>
                  <a:lnTo>
                    <a:pt x="31" y="18056"/>
                  </a:lnTo>
                  <a:cubicBezTo>
                    <a:pt x="61" y="18117"/>
                    <a:pt x="91" y="18147"/>
                    <a:pt x="122" y="18177"/>
                  </a:cubicBezTo>
                  <a:lnTo>
                    <a:pt x="10852" y="28877"/>
                  </a:lnTo>
                  <a:lnTo>
                    <a:pt x="10852" y="51612"/>
                  </a:lnTo>
                  <a:lnTo>
                    <a:pt x="11429" y="51612"/>
                  </a:lnTo>
                  <a:lnTo>
                    <a:pt x="11429" y="28633"/>
                  </a:lnTo>
                  <a:lnTo>
                    <a:pt x="669" y="17873"/>
                  </a:lnTo>
                  <a:lnTo>
                    <a:pt x="608" y="17813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7"/>
            <p:cNvSpPr/>
            <p:nvPr/>
          </p:nvSpPr>
          <p:spPr>
            <a:xfrm>
              <a:off x="1861099" y="4342063"/>
              <a:ext cx="118575" cy="118575"/>
            </a:xfrm>
            <a:custGeom>
              <a:avLst/>
              <a:gdLst/>
              <a:ahLst/>
              <a:cxnLst/>
              <a:rect l="l" t="t" r="r" b="b"/>
              <a:pathLst>
                <a:path w="4743" h="4743" fill="none" extrusionOk="0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5" name="Google Shape;195;p7"/>
          <p:cNvGrpSpPr/>
          <p:nvPr/>
        </p:nvGrpSpPr>
        <p:grpSpPr>
          <a:xfrm flipH="1">
            <a:off x="7472034" y="479147"/>
            <a:ext cx="2014791" cy="473128"/>
            <a:chOff x="-35118" y="4342063"/>
            <a:chExt cx="2014791" cy="473128"/>
          </a:xfrm>
        </p:grpSpPr>
        <p:sp>
          <p:nvSpPr>
            <p:cNvPr id="196" name="Google Shape;196;p7"/>
            <p:cNvSpPr/>
            <p:nvPr/>
          </p:nvSpPr>
          <p:spPr>
            <a:xfrm rot="-5400000">
              <a:off x="712889" y="3641646"/>
              <a:ext cx="425539" cy="1921552"/>
            </a:xfrm>
            <a:custGeom>
              <a:avLst/>
              <a:gdLst/>
              <a:ahLst/>
              <a:cxnLst/>
              <a:rect l="l" t="t" r="r" b="b"/>
              <a:pathLst>
                <a:path w="11430" h="51613" extrusionOk="0">
                  <a:moveTo>
                    <a:pt x="0" y="1"/>
                  </a:moveTo>
                  <a:lnTo>
                    <a:pt x="0" y="17995"/>
                  </a:lnTo>
                  <a:lnTo>
                    <a:pt x="31" y="18056"/>
                  </a:lnTo>
                  <a:cubicBezTo>
                    <a:pt x="61" y="18117"/>
                    <a:pt x="91" y="18147"/>
                    <a:pt x="122" y="18177"/>
                  </a:cubicBezTo>
                  <a:lnTo>
                    <a:pt x="10852" y="28877"/>
                  </a:lnTo>
                  <a:lnTo>
                    <a:pt x="10852" y="51612"/>
                  </a:lnTo>
                  <a:lnTo>
                    <a:pt x="11429" y="51612"/>
                  </a:lnTo>
                  <a:lnTo>
                    <a:pt x="11429" y="28633"/>
                  </a:lnTo>
                  <a:lnTo>
                    <a:pt x="669" y="17873"/>
                  </a:lnTo>
                  <a:lnTo>
                    <a:pt x="608" y="17813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7"/>
            <p:cNvSpPr/>
            <p:nvPr/>
          </p:nvSpPr>
          <p:spPr>
            <a:xfrm>
              <a:off x="1861099" y="4342063"/>
              <a:ext cx="118575" cy="118575"/>
            </a:xfrm>
            <a:custGeom>
              <a:avLst/>
              <a:gdLst/>
              <a:ahLst/>
              <a:cxnLst/>
              <a:rect l="l" t="t" r="r" b="b"/>
              <a:pathLst>
                <a:path w="4743" h="4743" fill="none" extrusionOk="0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8" name="Google Shape;198;p7"/>
          <p:cNvGrpSpPr/>
          <p:nvPr/>
        </p:nvGrpSpPr>
        <p:grpSpPr>
          <a:xfrm rot="10800000" flipH="1">
            <a:off x="6230050" y="4537371"/>
            <a:ext cx="920275" cy="1078300"/>
            <a:chOff x="4679675" y="-443725"/>
            <a:chExt cx="920275" cy="1078300"/>
          </a:xfrm>
        </p:grpSpPr>
        <p:sp>
          <p:nvSpPr>
            <p:cNvPr id="199" name="Google Shape;199;p7"/>
            <p:cNvSpPr/>
            <p:nvPr/>
          </p:nvSpPr>
          <p:spPr>
            <a:xfrm>
              <a:off x="4783025" y="-443725"/>
              <a:ext cx="816925" cy="1006875"/>
            </a:xfrm>
            <a:custGeom>
              <a:avLst/>
              <a:gdLst/>
              <a:ahLst/>
              <a:cxnLst/>
              <a:rect l="l" t="t" r="r" b="b"/>
              <a:pathLst>
                <a:path w="32677" h="40275" fill="none" extrusionOk="0">
                  <a:moveTo>
                    <a:pt x="1" y="40274"/>
                  </a:moveTo>
                  <a:lnTo>
                    <a:pt x="32676" y="40274"/>
                  </a:lnTo>
                  <a:lnTo>
                    <a:pt x="32676" y="0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7"/>
            <p:cNvSpPr/>
            <p:nvPr/>
          </p:nvSpPr>
          <p:spPr>
            <a:xfrm>
              <a:off x="4679675" y="516000"/>
              <a:ext cx="117825" cy="118575"/>
            </a:xfrm>
            <a:custGeom>
              <a:avLst/>
              <a:gdLst/>
              <a:ahLst/>
              <a:cxnLst/>
              <a:rect l="l" t="t" r="r" b="b"/>
              <a:pathLst>
                <a:path w="4713" h="4743" fill="none" extrusionOk="0">
                  <a:moveTo>
                    <a:pt x="1" y="2037"/>
                  </a:moveTo>
                  <a:cubicBezTo>
                    <a:pt x="1" y="3830"/>
                    <a:pt x="2159" y="4742"/>
                    <a:pt x="3436" y="3466"/>
                  </a:cubicBezTo>
                  <a:cubicBezTo>
                    <a:pt x="4712" y="2189"/>
                    <a:pt x="3800" y="1"/>
                    <a:pt x="2007" y="31"/>
                  </a:cubicBezTo>
                  <a:cubicBezTo>
                    <a:pt x="882" y="31"/>
                    <a:pt x="1" y="912"/>
                    <a:pt x="1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1" name="Google Shape;201;p7"/>
          <p:cNvGrpSpPr/>
          <p:nvPr/>
        </p:nvGrpSpPr>
        <p:grpSpPr>
          <a:xfrm rot="10800000" flipH="1">
            <a:off x="6724000" y="4140263"/>
            <a:ext cx="1129225" cy="1439250"/>
            <a:chOff x="5173625" y="-443725"/>
            <a:chExt cx="1129225" cy="1439250"/>
          </a:xfrm>
        </p:grpSpPr>
        <p:sp>
          <p:nvSpPr>
            <p:cNvPr id="202" name="Google Shape;202;p7"/>
            <p:cNvSpPr/>
            <p:nvPr/>
          </p:nvSpPr>
          <p:spPr>
            <a:xfrm>
              <a:off x="5219975" y="-443725"/>
              <a:ext cx="1082875" cy="1320700"/>
            </a:xfrm>
            <a:custGeom>
              <a:avLst/>
              <a:gdLst/>
              <a:ahLst/>
              <a:cxnLst/>
              <a:rect l="l" t="t" r="r" b="b"/>
              <a:pathLst>
                <a:path w="43315" h="52828" fill="none" extrusionOk="0">
                  <a:moveTo>
                    <a:pt x="0" y="52828"/>
                  </a:moveTo>
                  <a:lnTo>
                    <a:pt x="0" y="25836"/>
                  </a:lnTo>
                  <a:lnTo>
                    <a:pt x="43314" y="25836"/>
                  </a:lnTo>
                  <a:lnTo>
                    <a:pt x="43314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7"/>
            <p:cNvSpPr/>
            <p:nvPr/>
          </p:nvSpPr>
          <p:spPr>
            <a:xfrm>
              <a:off x="5173625" y="876950"/>
              <a:ext cx="117800" cy="118575"/>
            </a:xfrm>
            <a:custGeom>
              <a:avLst/>
              <a:gdLst/>
              <a:ahLst/>
              <a:cxnLst/>
              <a:rect l="l" t="t" r="r" b="b"/>
              <a:pathLst>
                <a:path w="4712" h="4743" fill="none" extrusionOk="0">
                  <a:moveTo>
                    <a:pt x="0" y="2037"/>
                  </a:moveTo>
                  <a:cubicBezTo>
                    <a:pt x="0" y="3830"/>
                    <a:pt x="2158" y="4742"/>
                    <a:pt x="3435" y="3466"/>
                  </a:cubicBezTo>
                  <a:cubicBezTo>
                    <a:pt x="4711" y="2189"/>
                    <a:pt x="3800" y="1"/>
                    <a:pt x="2006" y="1"/>
                  </a:cubicBezTo>
                  <a:cubicBezTo>
                    <a:pt x="882" y="31"/>
                    <a:pt x="0" y="912"/>
                    <a:pt x="0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4" name="Google Shape;204;p7"/>
          <p:cNvSpPr txBox="1">
            <a:spLocks noGrp="1"/>
          </p:cNvSpPr>
          <p:nvPr>
            <p:ph type="title"/>
          </p:nvPr>
        </p:nvSpPr>
        <p:spPr>
          <a:xfrm>
            <a:off x="706725" y="980400"/>
            <a:ext cx="4254600" cy="86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7"/>
          <p:cNvSpPr txBox="1">
            <a:spLocks noGrp="1"/>
          </p:cNvSpPr>
          <p:nvPr>
            <p:ph type="body" idx="1"/>
          </p:nvPr>
        </p:nvSpPr>
        <p:spPr>
          <a:xfrm>
            <a:off x="713325" y="1770600"/>
            <a:ext cx="4254600" cy="246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Lato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" name="Google Shape;207;p8"/>
          <p:cNvGrpSpPr/>
          <p:nvPr/>
        </p:nvGrpSpPr>
        <p:grpSpPr>
          <a:xfrm>
            <a:off x="260351" y="2145759"/>
            <a:ext cx="289868" cy="852000"/>
            <a:chOff x="456616" y="2161476"/>
            <a:chExt cx="289868" cy="852000"/>
          </a:xfrm>
        </p:grpSpPr>
        <p:sp>
          <p:nvSpPr>
            <p:cNvPr id="208" name="Google Shape;208;p8"/>
            <p:cNvSpPr/>
            <p:nvPr/>
          </p:nvSpPr>
          <p:spPr>
            <a:xfrm rot="-5400000">
              <a:off x="588942" y="2649556"/>
              <a:ext cx="25484" cy="289600"/>
            </a:xfrm>
            <a:custGeom>
              <a:avLst/>
              <a:gdLst/>
              <a:ahLst/>
              <a:cxnLst/>
              <a:rect l="l" t="t" r="r" b="b"/>
              <a:pathLst>
                <a:path w="761" h="8648" extrusionOk="0">
                  <a:moveTo>
                    <a:pt x="380" y="0"/>
                  </a:moveTo>
                  <a:cubicBezTo>
                    <a:pt x="190" y="0"/>
                    <a:pt x="0" y="130"/>
                    <a:pt x="0" y="388"/>
                  </a:cubicBezTo>
                  <a:lnTo>
                    <a:pt x="0" y="8260"/>
                  </a:lnTo>
                  <a:cubicBezTo>
                    <a:pt x="0" y="8519"/>
                    <a:pt x="190" y="8648"/>
                    <a:pt x="380" y="8648"/>
                  </a:cubicBezTo>
                  <a:cubicBezTo>
                    <a:pt x="570" y="8648"/>
                    <a:pt x="760" y="8519"/>
                    <a:pt x="760" y="8260"/>
                  </a:cubicBezTo>
                  <a:lnTo>
                    <a:pt x="760" y="388"/>
                  </a:lnTo>
                  <a:cubicBezTo>
                    <a:pt x="760" y="130"/>
                    <a:pt x="570" y="0"/>
                    <a:pt x="3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8"/>
            <p:cNvSpPr/>
            <p:nvPr/>
          </p:nvSpPr>
          <p:spPr>
            <a:xfrm rot="-5400000">
              <a:off x="588808" y="2235662"/>
              <a:ext cx="25484" cy="289868"/>
            </a:xfrm>
            <a:custGeom>
              <a:avLst/>
              <a:gdLst/>
              <a:ahLst/>
              <a:cxnLst/>
              <a:rect l="l" t="t" r="r" b="b"/>
              <a:pathLst>
                <a:path w="761" h="8656" extrusionOk="0">
                  <a:moveTo>
                    <a:pt x="365" y="1"/>
                  </a:moveTo>
                  <a:cubicBezTo>
                    <a:pt x="153" y="1"/>
                    <a:pt x="1" y="183"/>
                    <a:pt x="1" y="396"/>
                  </a:cubicBezTo>
                  <a:lnTo>
                    <a:pt x="1" y="8268"/>
                  </a:lnTo>
                  <a:cubicBezTo>
                    <a:pt x="1" y="8527"/>
                    <a:pt x="191" y="8656"/>
                    <a:pt x="381" y="8656"/>
                  </a:cubicBezTo>
                  <a:cubicBezTo>
                    <a:pt x="570" y="8656"/>
                    <a:pt x="760" y="8527"/>
                    <a:pt x="760" y="8268"/>
                  </a:cubicBezTo>
                  <a:lnTo>
                    <a:pt x="760" y="396"/>
                  </a:lnTo>
                  <a:cubicBezTo>
                    <a:pt x="760" y="183"/>
                    <a:pt x="578" y="1"/>
                    <a:pt x="3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8"/>
            <p:cNvSpPr/>
            <p:nvPr/>
          </p:nvSpPr>
          <p:spPr>
            <a:xfrm rot="-5400000">
              <a:off x="576234" y="2902231"/>
              <a:ext cx="25484" cy="197007"/>
            </a:xfrm>
            <a:custGeom>
              <a:avLst/>
              <a:gdLst/>
              <a:ahLst/>
              <a:cxnLst/>
              <a:rect l="l" t="t" r="r" b="b"/>
              <a:pathLst>
                <a:path w="761" h="5883" extrusionOk="0">
                  <a:moveTo>
                    <a:pt x="380" y="1"/>
                  </a:moveTo>
                  <a:cubicBezTo>
                    <a:pt x="190" y="1"/>
                    <a:pt x="0" y="130"/>
                    <a:pt x="0" y="388"/>
                  </a:cubicBezTo>
                  <a:lnTo>
                    <a:pt x="0" y="5495"/>
                  </a:lnTo>
                  <a:cubicBezTo>
                    <a:pt x="0" y="5753"/>
                    <a:pt x="190" y="5882"/>
                    <a:pt x="380" y="5882"/>
                  </a:cubicBezTo>
                  <a:cubicBezTo>
                    <a:pt x="570" y="5882"/>
                    <a:pt x="760" y="5753"/>
                    <a:pt x="760" y="5495"/>
                  </a:cubicBezTo>
                  <a:lnTo>
                    <a:pt x="760" y="388"/>
                  </a:lnTo>
                  <a:cubicBezTo>
                    <a:pt x="760" y="130"/>
                    <a:pt x="570" y="1"/>
                    <a:pt x="3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8"/>
            <p:cNvSpPr/>
            <p:nvPr/>
          </p:nvSpPr>
          <p:spPr>
            <a:xfrm rot="-5400000">
              <a:off x="575849" y="2488856"/>
              <a:ext cx="26489" cy="197241"/>
            </a:xfrm>
            <a:custGeom>
              <a:avLst/>
              <a:gdLst/>
              <a:ahLst/>
              <a:cxnLst/>
              <a:rect l="l" t="t" r="r" b="b"/>
              <a:pathLst>
                <a:path w="791" h="5890" extrusionOk="0">
                  <a:moveTo>
                    <a:pt x="410" y="1"/>
                  </a:moveTo>
                  <a:cubicBezTo>
                    <a:pt x="220" y="1"/>
                    <a:pt x="30" y="130"/>
                    <a:pt x="30" y="388"/>
                  </a:cubicBezTo>
                  <a:lnTo>
                    <a:pt x="30" y="5495"/>
                  </a:lnTo>
                  <a:cubicBezTo>
                    <a:pt x="0" y="5707"/>
                    <a:pt x="182" y="5890"/>
                    <a:pt x="395" y="5890"/>
                  </a:cubicBezTo>
                  <a:cubicBezTo>
                    <a:pt x="608" y="5890"/>
                    <a:pt x="790" y="5707"/>
                    <a:pt x="790" y="5495"/>
                  </a:cubicBezTo>
                  <a:lnTo>
                    <a:pt x="790" y="388"/>
                  </a:lnTo>
                  <a:cubicBezTo>
                    <a:pt x="790" y="130"/>
                    <a:pt x="600" y="1"/>
                    <a:pt x="4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8"/>
            <p:cNvSpPr/>
            <p:nvPr/>
          </p:nvSpPr>
          <p:spPr>
            <a:xfrm rot="-5400000">
              <a:off x="576619" y="2076100"/>
              <a:ext cx="25484" cy="196237"/>
            </a:xfrm>
            <a:custGeom>
              <a:avLst/>
              <a:gdLst/>
              <a:ahLst/>
              <a:cxnLst/>
              <a:rect l="l" t="t" r="r" b="b"/>
              <a:pathLst>
                <a:path w="761" h="5860" extrusionOk="0">
                  <a:moveTo>
                    <a:pt x="396" y="0"/>
                  </a:moveTo>
                  <a:cubicBezTo>
                    <a:pt x="183" y="0"/>
                    <a:pt x="1" y="152"/>
                    <a:pt x="1" y="365"/>
                  </a:cubicBezTo>
                  <a:lnTo>
                    <a:pt x="1" y="5472"/>
                  </a:lnTo>
                  <a:cubicBezTo>
                    <a:pt x="1" y="5730"/>
                    <a:pt x="191" y="5859"/>
                    <a:pt x="381" y="5859"/>
                  </a:cubicBezTo>
                  <a:cubicBezTo>
                    <a:pt x="570" y="5859"/>
                    <a:pt x="760" y="5730"/>
                    <a:pt x="760" y="5472"/>
                  </a:cubicBezTo>
                  <a:lnTo>
                    <a:pt x="760" y="365"/>
                  </a:lnTo>
                  <a:cubicBezTo>
                    <a:pt x="760" y="152"/>
                    <a:pt x="608" y="0"/>
                    <a:pt x="3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3" name="Google Shape;213;p8"/>
          <p:cNvGrpSpPr/>
          <p:nvPr/>
        </p:nvGrpSpPr>
        <p:grpSpPr>
          <a:xfrm>
            <a:off x="6514438" y="4556641"/>
            <a:ext cx="2808779" cy="1148975"/>
            <a:chOff x="6525475" y="148600"/>
            <a:chExt cx="2808779" cy="1148975"/>
          </a:xfrm>
        </p:grpSpPr>
        <p:sp>
          <p:nvSpPr>
            <p:cNvPr id="214" name="Google Shape;214;p8"/>
            <p:cNvSpPr/>
            <p:nvPr/>
          </p:nvSpPr>
          <p:spPr>
            <a:xfrm>
              <a:off x="6629575" y="195700"/>
              <a:ext cx="2704679" cy="1101875"/>
            </a:xfrm>
            <a:custGeom>
              <a:avLst/>
              <a:gdLst/>
              <a:ahLst/>
              <a:cxnLst/>
              <a:rect l="l" t="t" r="r" b="b"/>
              <a:pathLst>
                <a:path w="50914" h="44075" fill="none" extrusionOk="0">
                  <a:moveTo>
                    <a:pt x="50913" y="44074"/>
                  </a:moveTo>
                  <a:lnTo>
                    <a:pt x="25442" y="44074"/>
                  </a:lnTo>
                  <a:lnTo>
                    <a:pt x="25442" y="1"/>
                  </a:lnTo>
                  <a:lnTo>
                    <a:pt x="1" y="1"/>
                  </a:lnTo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8"/>
            <p:cNvSpPr/>
            <p:nvPr/>
          </p:nvSpPr>
          <p:spPr>
            <a:xfrm>
              <a:off x="6525475" y="148600"/>
              <a:ext cx="118575" cy="118550"/>
            </a:xfrm>
            <a:custGeom>
              <a:avLst/>
              <a:gdLst/>
              <a:ahLst/>
              <a:cxnLst/>
              <a:rect l="l" t="t" r="r" b="b"/>
              <a:pathLst>
                <a:path w="4743" h="4742" fill="none" extrusionOk="0">
                  <a:moveTo>
                    <a:pt x="0" y="2037"/>
                  </a:moveTo>
                  <a:cubicBezTo>
                    <a:pt x="0" y="3830"/>
                    <a:pt x="2189" y="4742"/>
                    <a:pt x="3465" y="3465"/>
                  </a:cubicBezTo>
                  <a:cubicBezTo>
                    <a:pt x="4742" y="2189"/>
                    <a:pt x="3830" y="0"/>
                    <a:pt x="2037" y="30"/>
                  </a:cubicBezTo>
                  <a:cubicBezTo>
                    <a:pt x="912" y="30"/>
                    <a:pt x="0" y="912"/>
                    <a:pt x="0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" name="Google Shape;216;p8"/>
          <p:cNvGrpSpPr/>
          <p:nvPr/>
        </p:nvGrpSpPr>
        <p:grpSpPr>
          <a:xfrm rot="-5400000">
            <a:off x="7480661" y="4711608"/>
            <a:ext cx="2014791" cy="719731"/>
            <a:chOff x="-85249" y="4203623"/>
            <a:chExt cx="2014791" cy="719731"/>
          </a:xfrm>
        </p:grpSpPr>
        <p:grpSp>
          <p:nvGrpSpPr>
            <p:cNvPr id="217" name="Google Shape;217;p8"/>
            <p:cNvGrpSpPr/>
            <p:nvPr/>
          </p:nvGrpSpPr>
          <p:grpSpPr>
            <a:xfrm>
              <a:off x="-85249" y="4203623"/>
              <a:ext cx="2014791" cy="469195"/>
              <a:chOff x="-35118" y="4163517"/>
              <a:chExt cx="2014791" cy="469195"/>
            </a:xfrm>
          </p:grpSpPr>
          <p:sp>
            <p:nvSpPr>
              <p:cNvPr id="218" name="Google Shape;218;p8"/>
              <p:cNvSpPr/>
              <p:nvPr/>
            </p:nvSpPr>
            <p:spPr>
              <a:xfrm rot="-5400000">
                <a:off x="712889" y="3459167"/>
                <a:ext cx="425539" cy="1921552"/>
              </a:xfrm>
              <a:custGeom>
                <a:avLst/>
                <a:gdLst/>
                <a:ahLst/>
                <a:cxnLst/>
                <a:rect l="l" t="t" r="r" b="b"/>
                <a:pathLst>
                  <a:path w="11430" h="51613" extrusionOk="0">
                    <a:moveTo>
                      <a:pt x="0" y="1"/>
                    </a:moveTo>
                    <a:lnTo>
                      <a:pt x="0" y="17995"/>
                    </a:lnTo>
                    <a:lnTo>
                      <a:pt x="31" y="18056"/>
                    </a:lnTo>
                    <a:cubicBezTo>
                      <a:pt x="61" y="18117"/>
                      <a:pt x="91" y="18147"/>
                      <a:pt x="122" y="18177"/>
                    </a:cubicBezTo>
                    <a:lnTo>
                      <a:pt x="10852" y="28877"/>
                    </a:lnTo>
                    <a:lnTo>
                      <a:pt x="10852" y="51612"/>
                    </a:lnTo>
                    <a:lnTo>
                      <a:pt x="11429" y="51612"/>
                    </a:lnTo>
                    <a:lnTo>
                      <a:pt x="11429" y="28633"/>
                    </a:lnTo>
                    <a:lnTo>
                      <a:pt x="669" y="17873"/>
                    </a:lnTo>
                    <a:lnTo>
                      <a:pt x="608" y="17813"/>
                    </a:lnTo>
                    <a:lnTo>
                      <a:pt x="608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8"/>
              <p:cNvSpPr/>
              <p:nvPr/>
            </p:nvSpPr>
            <p:spPr>
              <a:xfrm>
                <a:off x="1861099" y="4163517"/>
                <a:ext cx="118575" cy="118575"/>
              </a:xfrm>
              <a:custGeom>
                <a:avLst/>
                <a:gdLst/>
                <a:ahLst/>
                <a:cxnLst/>
                <a:rect l="l" t="t" r="r" b="b"/>
                <a:pathLst>
                  <a:path w="4743" h="4743" fill="none" extrusionOk="0">
                    <a:moveTo>
                      <a:pt x="4742" y="2037"/>
                    </a:moveTo>
                    <a:cubicBezTo>
                      <a:pt x="4742" y="3830"/>
                      <a:pt x="2554" y="4742"/>
                      <a:pt x="1277" y="3466"/>
                    </a:cubicBezTo>
                    <a:cubicBezTo>
                      <a:pt x="1" y="2189"/>
                      <a:pt x="912" y="31"/>
                      <a:pt x="2706" y="1"/>
                    </a:cubicBezTo>
                    <a:cubicBezTo>
                      <a:pt x="3830" y="1"/>
                      <a:pt x="4742" y="912"/>
                      <a:pt x="4742" y="2037"/>
                    </a:cubicBezTo>
                    <a:close/>
                  </a:path>
                </a:pathLst>
              </a:custGeom>
              <a:solidFill>
                <a:schemeClr val="dk1"/>
              </a:solidFill>
              <a:ln w="2857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0" name="Google Shape;220;p8"/>
            <p:cNvGrpSpPr/>
            <p:nvPr/>
          </p:nvGrpSpPr>
          <p:grpSpPr>
            <a:xfrm>
              <a:off x="-85249" y="4454155"/>
              <a:ext cx="2014791" cy="469199"/>
              <a:chOff x="-35118" y="4345992"/>
              <a:chExt cx="2014791" cy="469199"/>
            </a:xfrm>
          </p:grpSpPr>
          <p:sp>
            <p:nvSpPr>
              <p:cNvPr id="221" name="Google Shape;221;p8"/>
              <p:cNvSpPr/>
              <p:nvPr/>
            </p:nvSpPr>
            <p:spPr>
              <a:xfrm rot="-5400000">
                <a:off x="712889" y="3641646"/>
                <a:ext cx="425539" cy="1921552"/>
              </a:xfrm>
              <a:custGeom>
                <a:avLst/>
                <a:gdLst/>
                <a:ahLst/>
                <a:cxnLst/>
                <a:rect l="l" t="t" r="r" b="b"/>
                <a:pathLst>
                  <a:path w="11430" h="51613" extrusionOk="0">
                    <a:moveTo>
                      <a:pt x="0" y="1"/>
                    </a:moveTo>
                    <a:lnTo>
                      <a:pt x="0" y="17995"/>
                    </a:lnTo>
                    <a:lnTo>
                      <a:pt x="31" y="18056"/>
                    </a:lnTo>
                    <a:cubicBezTo>
                      <a:pt x="61" y="18117"/>
                      <a:pt x="91" y="18147"/>
                      <a:pt x="122" y="18177"/>
                    </a:cubicBezTo>
                    <a:lnTo>
                      <a:pt x="10852" y="28877"/>
                    </a:lnTo>
                    <a:lnTo>
                      <a:pt x="10852" y="51612"/>
                    </a:lnTo>
                    <a:lnTo>
                      <a:pt x="11429" y="51612"/>
                    </a:lnTo>
                    <a:lnTo>
                      <a:pt x="11429" y="28633"/>
                    </a:lnTo>
                    <a:lnTo>
                      <a:pt x="669" y="17873"/>
                    </a:lnTo>
                    <a:lnTo>
                      <a:pt x="608" y="17813"/>
                    </a:lnTo>
                    <a:lnTo>
                      <a:pt x="608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8"/>
              <p:cNvSpPr/>
              <p:nvPr/>
            </p:nvSpPr>
            <p:spPr>
              <a:xfrm>
                <a:off x="1861099" y="4345992"/>
                <a:ext cx="118575" cy="118575"/>
              </a:xfrm>
              <a:custGeom>
                <a:avLst/>
                <a:gdLst/>
                <a:ahLst/>
                <a:cxnLst/>
                <a:rect l="l" t="t" r="r" b="b"/>
                <a:pathLst>
                  <a:path w="4743" h="4743" fill="none" extrusionOk="0">
                    <a:moveTo>
                      <a:pt x="4742" y="2037"/>
                    </a:moveTo>
                    <a:cubicBezTo>
                      <a:pt x="4742" y="3830"/>
                      <a:pt x="2554" y="4742"/>
                      <a:pt x="1277" y="3466"/>
                    </a:cubicBezTo>
                    <a:cubicBezTo>
                      <a:pt x="1" y="2189"/>
                      <a:pt x="912" y="31"/>
                      <a:pt x="2706" y="1"/>
                    </a:cubicBezTo>
                    <a:cubicBezTo>
                      <a:pt x="3830" y="1"/>
                      <a:pt x="4742" y="912"/>
                      <a:pt x="4742" y="2037"/>
                    </a:cubicBezTo>
                    <a:close/>
                  </a:path>
                </a:pathLst>
              </a:custGeom>
              <a:solidFill>
                <a:schemeClr val="dk1"/>
              </a:solidFill>
              <a:ln w="2857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23" name="Google Shape;223;p8"/>
          <p:cNvGrpSpPr/>
          <p:nvPr/>
        </p:nvGrpSpPr>
        <p:grpSpPr>
          <a:xfrm rot="-5400000">
            <a:off x="7870685" y="4684474"/>
            <a:ext cx="2014791" cy="469199"/>
            <a:chOff x="-35118" y="4345992"/>
            <a:chExt cx="2014791" cy="469199"/>
          </a:xfrm>
        </p:grpSpPr>
        <p:sp>
          <p:nvSpPr>
            <p:cNvPr id="224" name="Google Shape;224;p8"/>
            <p:cNvSpPr/>
            <p:nvPr/>
          </p:nvSpPr>
          <p:spPr>
            <a:xfrm rot="-5400000">
              <a:off x="712889" y="3641646"/>
              <a:ext cx="425539" cy="1921552"/>
            </a:xfrm>
            <a:custGeom>
              <a:avLst/>
              <a:gdLst/>
              <a:ahLst/>
              <a:cxnLst/>
              <a:rect l="l" t="t" r="r" b="b"/>
              <a:pathLst>
                <a:path w="11430" h="51613" extrusionOk="0">
                  <a:moveTo>
                    <a:pt x="0" y="1"/>
                  </a:moveTo>
                  <a:lnTo>
                    <a:pt x="0" y="17995"/>
                  </a:lnTo>
                  <a:lnTo>
                    <a:pt x="31" y="18056"/>
                  </a:lnTo>
                  <a:cubicBezTo>
                    <a:pt x="61" y="18117"/>
                    <a:pt x="91" y="18147"/>
                    <a:pt x="122" y="18177"/>
                  </a:cubicBezTo>
                  <a:lnTo>
                    <a:pt x="10852" y="28877"/>
                  </a:lnTo>
                  <a:lnTo>
                    <a:pt x="10852" y="51612"/>
                  </a:lnTo>
                  <a:lnTo>
                    <a:pt x="11429" y="51612"/>
                  </a:lnTo>
                  <a:lnTo>
                    <a:pt x="11429" y="28633"/>
                  </a:lnTo>
                  <a:lnTo>
                    <a:pt x="669" y="17873"/>
                  </a:lnTo>
                  <a:lnTo>
                    <a:pt x="608" y="17813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8"/>
            <p:cNvSpPr/>
            <p:nvPr/>
          </p:nvSpPr>
          <p:spPr>
            <a:xfrm>
              <a:off x="1861099" y="4345992"/>
              <a:ext cx="118575" cy="118575"/>
            </a:xfrm>
            <a:custGeom>
              <a:avLst/>
              <a:gdLst/>
              <a:ahLst/>
              <a:cxnLst/>
              <a:rect l="l" t="t" r="r" b="b"/>
              <a:pathLst>
                <a:path w="4743" h="4743" fill="none" extrusionOk="0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6" name="Google Shape;226;p8"/>
          <p:cNvGrpSpPr/>
          <p:nvPr/>
        </p:nvGrpSpPr>
        <p:grpSpPr>
          <a:xfrm>
            <a:off x="7619075" y="-472615"/>
            <a:ext cx="1623175" cy="1439250"/>
            <a:chOff x="7619075" y="-179925"/>
            <a:chExt cx="1623175" cy="1439250"/>
          </a:xfrm>
        </p:grpSpPr>
        <p:grpSp>
          <p:nvGrpSpPr>
            <p:cNvPr id="227" name="Google Shape;227;p8"/>
            <p:cNvGrpSpPr/>
            <p:nvPr/>
          </p:nvGrpSpPr>
          <p:grpSpPr>
            <a:xfrm>
              <a:off x="7619075" y="-179925"/>
              <a:ext cx="920275" cy="1078300"/>
              <a:chOff x="4679675" y="-443725"/>
              <a:chExt cx="920275" cy="1078300"/>
            </a:xfrm>
          </p:grpSpPr>
          <p:sp>
            <p:nvSpPr>
              <p:cNvPr id="228" name="Google Shape;228;p8"/>
              <p:cNvSpPr/>
              <p:nvPr/>
            </p:nvSpPr>
            <p:spPr>
              <a:xfrm>
                <a:off x="4783025" y="-443725"/>
                <a:ext cx="816925" cy="1006875"/>
              </a:xfrm>
              <a:custGeom>
                <a:avLst/>
                <a:gdLst/>
                <a:ahLst/>
                <a:cxnLst/>
                <a:rect l="l" t="t" r="r" b="b"/>
                <a:pathLst>
                  <a:path w="32677" h="40275" fill="none" extrusionOk="0">
                    <a:moveTo>
                      <a:pt x="1" y="40274"/>
                    </a:moveTo>
                    <a:lnTo>
                      <a:pt x="32676" y="40274"/>
                    </a:lnTo>
                    <a:lnTo>
                      <a:pt x="32676" y="0"/>
                    </a:ln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229;p8"/>
              <p:cNvSpPr/>
              <p:nvPr/>
            </p:nvSpPr>
            <p:spPr>
              <a:xfrm>
                <a:off x="4679675" y="516000"/>
                <a:ext cx="117825" cy="118575"/>
              </a:xfrm>
              <a:custGeom>
                <a:avLst/>
                <a:gdLst/>
                <a:ahLst/>
                <a:cxnLst/>
                <a:rect l="l" t="t" r="r" b="b"/>
                <a:pathLst>
                  <a:path w="4713" h="4743" fill="none" extrusionOk="0">
                    <a:moveTo>
                      <a:pt x="1" y="2037"/>
                    </a:moveTo>
                    <a:cubicBezTo>
                      <a:pt x="1" y="3830"/>
                      <a:pt x="2159" y="4742"/>
                      <a:pt x="3436" y="3466"/>
                    </a:cubicBezTo>
                    <a:cubicBezTo>
                      <a:pt x="4712" y="2189"/>
                      <a:pt x="3800" y="1"/>
                      <a:pt x="2007" y="31"/>
                    </a:cubicBezTo>
                    <a:cubicBezTo>
                      <a:pt x="882" y="31"/>
                      <a:pt x="1" y="912"/>
                      <a:pt x="1" y="2037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0" name="Google Shape;230;p8"/>
            <p:cNvGrpSpPr/>
            <p:nvPr/>
          </p:nvGrpSpPr>
          <p:grpSpPr>
            <a:xfrm>
              <a:off x="8113025" y="-179925"/>
              <a:ext cx="1129225" cy="1439250"/>
              <a:chOff x="5173625" y="-443725"/>
              <a:chExt cx="1129225" cy="1439250"/>
            </a:xfrm>
          </p:grpSpPr>
          <p:sp>
            <p:nvSpPr>
              <p:cNvPr id="231" name="Google Shape;231;p8"/>
              <p:cNvSpPr/>
              <p:nvPr/>
            </p:nvSpPr>
            <p:spPr>
              <a:xfrm>
                <a:off x="5219975" y="-443725"/>
                <a:ext cx="1082875" cy="1320700"/>
              </a:xfrm>
              <a:custGeom>
                <a:avLst/>
                <a:gdLst/>
                <a:ahLst/>
                <a:cxnLst/>
                <a:rect l="l" t="t" r="r" b="b"/>
                <a:pathLst>
                  <a:path w="43315" h="52828" fill="none" extrusionOk="0">
                    <a:moveTo>
                      <a:pt x="0" y="52828"/>
                    </a:moveTo>
                    <a:lnTo>
                      <a:pt x="0" y="25836"/>
                    </a:lnTo>
                    <a:lnTo>
                      <a:pt x="43314" y="25836"/>
                    </a:lnTo>
                    <a:lnTo>
                      <a:pt x="43314" y="0"/>
                    </a:ln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8"/>
              <p:cNvSpPr/>
              <p:nvPr/>
            </p:nvSpPr>
            <p:spPr>
              <a:xfrm>
                <a:off x="5173625" y="876950"/>
                <a:ext cx="117800" cy="118575"/>
              </a:xfrm>
              <a:custGeom>
                <a:avLst/>
                <a:gdLst/>
                <a:ahLst/>
                <a:cxnLst/>
                <a:rect l="l" t="t" r="r" b="b"/>
                <a:pathLst>
                  <a:path w="4712" h="4743" fill="none" extrusionOk="0">
                    <a:moveTo>
                      <a:pt x="0" y="2037"/>
                    </a:moveTo>
                    <a:cubicBezTo>
                      <a:pt x="0" y="3830"/>
                      <a:pt x="2158" y="4742"/>
                      <a:pt x="3435" y="3466"/>
                    </a:cubicBezTo>
                    <a:cubicBezTo>
                      <a:pt x="4711" y="2189"/>
                      <a:pt x="3800" y="1"/>
                      <a:pt x="2006" y="1"/>
                    </a:cubicBezTo>
                    <a:cubicBezTo>
                      <a:pt x="882" y="31"/>
                      <a:pt x="0" y="912"/>
                      <a:pt x="0" y="2037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33" name="Google Shape;233;p8"/>
          <p:cNvGrpSpPr/>
          <p:nvPr/>
        </p:nvGrpSpPr>
        <p:grpSpPr>
          <a:xfrm>
            <a:off x="6362038" y="4861441"/>
            <a:ext cx="2808779" cy="1148975"/>
            <a:chOff x="6525475" y="148600"/>
            <a:chExt cx="2808779" cy="1148975"/>
          </a:xfrm>
        </p:grpSpPr>
        <p:sp>
          <p:nvSpPr>
            <p:cNvPr id="234" name="Google Shape;234;p8"/>
            <p:cNvSpPr/>
            <p:nvPr/>
          </p:nvSpPr>
          <p:spPr>
            <a:xfrm>
              <a:off x="6629575" y="195700"/>
              <a:ext cx="2704679" cy="1101875"/>
            </a:xfrm>
            <a:custGeom>
              <a:avLst/>
              <a:gdLst/>
              <a:ahLst/>
              <a:cxnLst/>
              <a:rect l="l" t="t" r="r" b="b"/>
              <a:pathLst>
                <a:path w="50914" h="44075" fill="none" extrusionOk="0">
                  <a:moveTo>
                    <a:pt x="50913" y="44074"/>
                  </a:moveTo>
                  <a:lnTo>
                    <a:pt x="25442" y="44074"/>
                  </a:lnTo>
                  <a:lnTo>
                    <a:pt x="25442" y="1"/>
                  </a:lnTo>
                  <a:lnTo>
                    <a:pt x="1" y="1"/>
                  </a:lnTo>
                </a:path>
              </a:pathLst>
            </a:custGeom>
            <a:solidFill>
              <a:schemeClr val="dk1"/>
            </a:solidFill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8"/>
            <p:cNvSpPr/>
            <p:nvPr/>
          </p:nvSpPr>
          <p:spPr>
            <a:xfrm>
              <a:off x="6525475" y="148600"/>
              <a:ext cx="118575" cy="118550"/>
            </a:xfrm>
            <a:custGeom>
              <a:avLst/>
              <a:gdLst/>
              <a:ahLst/>
              <a:cxnLst/>
              <a:rect l="l" t="t" r="r" b="b"/>
              <a:pathLst>
                <a:path w="4743" h="4742" fill="none" extrusionOk="0">
                  <a:moveTo>
                    <a:pt x="0" y="2037"/>
                  </a:moveTo>
                  <a:cubicBezTo>
                    <a:pt x="0" y="3830"/>
                    <a:pt x="2189" y="4742"/>
                    <a:pt x="3465" y="3465"/>
                  </a:cubicBezTo>
                  <a:cubicBezTo>
                    <a:pt x="4742" y="2189"/>
                    <a:pt x="3830" y="0"/>
                    <a:pt x="2037" y="30"/>
                  </a:cubicBezTo>
                  <a:cubicBezTo>
                    <a:pt x="912" y="30"/>
                    <a:pt x="0" y="912"/>
                    <a:pt x="0" y="2037"/>
                  </a:cubicBezTo>
                  <a:close/>
                </a:path>
              </a:pathLst>
            </a:custGeom>
            <a:solidFill>
              <a:schemeClr val="dk1"/>
            </a:solidFill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6" name="Google Shape;236;p8"/>
          <p:cNvSpPr txBox="1">
            <a:spLocks noGrp="1"/>
          </p:cNvSpPr>
          <p:nvPr>
            <p:ph type="title"/>
          </p:nvPr>
        </p:nvSpPr>
        <p:spPr>
          <a:xfrm>
            <a:off x="766675" y="1421850"/>
            <a:ext cx="4616100" cy="22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" name="Google Shape;238;p9"/>
          <p:cNvGrpSpPr/>
          <p:nvPr/>
        </p:nvGrpSpPr>
        <p:grpSpPr>
          <a:xfrm rot="-5400000" flipH="1">
            <a:off x="8142388" y="3383598"/>
            <a:ext cx="1138350" cy="1418750"/>
            <a:chOff x="-784112" y="3818928"/>
            <a:chExt cx="1138350" cy="1418750"/>
          </a:xfrm>
        </p:grpSpPr>
        <p:sp>
          <p:nvSpPr>
            <p:cNvPr id="239" name="Google Shape;239;p9"/>
            <p:cNvSpPr/>
            <p:nvPr/>
          </p:nvSpPr>
          <p:spPr>
            <a:xfrm>
              <a:off x="-784112" y="3926828"/>
              <a:ext cx="1082875" cy="1310850"/>
            </a:xfrm>
            <a:custGeom>
              <a:avLst/>
              <a:gdLst/>
              <a:ahLst/>
              <a:cxnLst/>
              <a:rect l="l" t="t" r="r" b="b"/>
              <a:pathLst>
                <a:path w="43315" h="52434" fill="none" extrusionOk="0">
                  <a:moveTo>
                    <a:pt x="43314" y="1"/>
                  </a:moveTo>
                  <a:lnTo>
                    <a:pt x="43314" y="27357"/>
                  </a:lnTo>
                  <a:lnTo>
                    <a:pt x="0" y="27357"/>
                  </a:lnTo>
                  <a:lnTo>
                    <a:pt x="0" y="52433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9"/>
            <p:cNvSpPr/>
            <p:nvPr/>
          </p:nvSpPr>
          <p:spPr>
            <a:xfrm>
              <a:off x="235663" y="3818928"/>
              <a:ext cx="118575" cy="117825"/>
            </a:xfrm>
            <a:custGeom>
              <a:avLst/>
              <a:gdLst/>
              <a:ahLst/>
              <a:cxnLst/>
              <a:rect l="l" t="t" r="r" b="b"/>
              <a:pathLst>
                <a:path w="4743" h="4713" fill="none" extrusionOk="0">
                  <a:moveTo>
                    <a:pt x="4742" y="2706"/>
                  </a:moveTo>
                  <a:cubicBezTo>
                    <a:pt x="4742" y="913"/>
                    <a:pt x="2554" y="1"/>
                    <a:pt x="1277" y="1277"/>
                  </a:cubicBezTo>
                  <a:cubicBezTo>
                    <a:pt x="1" y="2554"/>
                    <a:pt x="912" y="4712"/>
                    <a:pt x="2706" y="4712"/>
                  </a:cubicBezTo>
                  <a:cubicBezTo>
                    <a:pt x="3830" y="4712"/>
                    <a:pt x="4742" y="3831"/>
                    <a:pt x="4742" y="2706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1" name="Google Shape;241;p9"/>
          <p:cNvGrpSpPr/>
          <p:nvPr/>
        </p:nvGrpSpPr>
        <p:grpSpPr>
          <a:xfrm rot="-5400000" flipH="1">
            <a:off x="8374988" y="3596148"/>
            <a:ext cx="1138350" cy="1418750"/>
            <a:chOff x="-784112" y="3818928"/>
            <a:chExt cx="1138350" cy="1418750"/>
          </a:xfrm>
        </p:grpSpPr>
        <p:sp>
          <p:nvSpPr>
            <p:cNvPr id="242" name="Google Shape;242;p9"/>
            <p:cNvSpPr/>
            <p:nvPr/>
          </p:nvSpPr>
          <p:spPr>
            <a:xfrm>
              <a:off x="-784112" y="3926828"/>
              <a:ext cx="1082875" cy="1310850"/>
            </a:xfrm>
            <a:custGeom>
              <a:avLst/>
              <a:gdLst/>
              <a:ahLst/>
              <a:cxnLst/>
              <a:rect l="l" t="t" r="r" b="b"/>
              <a:pathLst>
                <a:path w="43315" h="52434" fill="none" extrusionOk="0">
                  <a:moveTo>
                    <a:pt x="43314" y="1"/>
                  </a:moveTo>
                  <a:lnTo>
                    <a:pt x="43314" y="27357"/>
                  </a:lnTo>
                  <a:lnTo>
                    <a:pt x="0" y="27357"/>
                  </a:lnTo>
                  <a:lnTo>
                    <a:pt x="0" y="52433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9"/>
            <p:cNvSpPr/>
            <p:nvPr/>
          </p:nvSpPr>
          <p:spPr>
            <a:xfrm>
              <a:off x="235663" y="3818928"/>
              <a:ext cx="118575" cy="117825"/>
            </a:xfrm>
            <a:custGeom>
              <a:avLst/>
              <a:gdLst/>
              <a:ahLst/>
              <a:cxnLst/>
              <a:rect l="l" t="t" r="r" b="b"/>
              <a:pathLst>
                <a:path w="4743" h="4713" fill="none" extrusionOk="0">
                  <a:moveTo>
                    <a:pt x="4742" y="2706"/>
                  </a:moveTo>
                  <a:cubicBezTo>
                    <a:pt x="4742" y="913"/>
                    <a:pt x="2554" y="1"/>
                    <a:pt x="1277" y="1277"/>
                  </a:cubicBezTo>
                  <a:cubicBezTo>
                    <a:pt x="1" y="2554"/>
                    <a:pt x="912" y="4712"/>
                    <a:pt x="2706" y="4712"/>
                  </a:cubicBezTo>
                  <a:cubicBezTo>
                    <a:pt x="3830" y="4712"/>
                    <a:pt x="4742" y="3831"/>
                    <a:pt x="4742" y="2706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4" name="Google Shape;244;p9"/>
          <p:cNvGrpSpPr/>
          <p:nvPr/>
        </p:nvGrpSpPr>
        <p:grpSpPr>
          <a:xfrm>
            <a:off x="-272766" y="74745"/>
            <a:ext cx="2014791" cy="473128"/>
            <a:chOff x="-35118" y="4342063"/>
            <a:chExt cx="2014791" cy="473128"/>
          </a:xfrm>
        </p:grpSpPr>
        <p:sp>
          <p:nvSpPr>
            <p:cNvPr id="245" name="Google Shape;245;p9"/>
            <p:cNvSpPr/>
            <p:nvPr/>
          </p:nvSpPr>
          <p:spPr>
            <a:xfrm rot="-5400000">
              <a:off x="712889" y="3641646"/>
              <a:ext cx="425539" cy="1921552"/>
            </a:xfrm>
            <a:custGeom>
              <a:avLst/>
              <a:gdLst/>
              <a:ahLst/>
              <a:cxnLst/>
              <a:rect l="l" t="t" r="r" b="b"/>
              <a:pathLst>
                <a:path w="11430" h="51613" extrusionOk="0">
                  <a:moveTo>
                    <a:pt x="0" y="1"/>
                  </a:moveTo>
                  <a:lnTo>
                    <a:pt x="0" y="17995"/>
                  </a:lnTo>
                  <a:lnTo>
                    <a:pt x="31" y="18056"/>
                  </a:lnTo>
                  <a:cubicBezTo>
                    <a:pt x="61" y="18117"/>
                    <a:pt x="91" y="18147"/>
                    <a:pt x="122" y="18177"/>
                  </a:cubicBezTo>
                  <a:lnTo>
                    <a:pt x="10852" y="28877"/>
                  </a:lnTo>
                  <a:lnTo>
                    <a:pt x="10852" y="51612"/>
                  </a:lnTo>
                  <a:lnTo>
                    <a:pt x="11429" y="51612"/>
                  </a:lnTo>
                  <a:lnTo>
                    <a:pt x="11429" y="28633"/>
                  </a:lnTo>
                  <a:lnTo>
                    <a:pt x="669" y="17873"/>
                  </a:lnTo>
                  <a:lnTo>
                    <a:pt x="608" y="17813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9"/>
            <p:cNvSpPr/>
            <p:nvPr/>
          </p:nvSpPr>
          <p:spPr>
            <a:xfrm>
              <a:off x="1861099" y="4342063"/>
              <a:ext cx="118575" cy="118575"/>
            </a:xfrm>
            <a:custGeom>
              <a:avLst/>
              <a:gdLst/>
              <a:ahLst/>
              <a:cxnLst/>
              <a:rect l="l" t="t" r="r" b="b"/>
              <a:pathLst>
                <a:path w="4743" h="4743" fill="none" extrusionOk="0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7" name="Google Shape;247;p9"/>
          <p:cNvGrpSpPr/>
          <p:nvPr/>
        </p:nvGrpSpPr>
        <p:grpSpPr>
          <a:xfrm>
            <a:off x="7413751" y="76596"/>
            <a:ext cx="2033837" cy="1117221"/>
            <a:chOff x="7413751" y="76596"/>
            <a:chExt cx="2033837" cy="1117221"/>
          </a:xfrm>
        </p:grpSpPr>
        <p:grpSp>
          <p:nvGrpSpPr>
            <p:cNvPr id="248" name="Google Shape;248;p9"/>
            <p:cNvGrpSpPr/>
            <p:nvPr/>
          </p:nvGrpSpPr>
          <p:grpSpPr>
            <a:xfrm flipH="1">
              <a:off x="7413751" y="76596"/>
              <a:ext cx="2033837" cy="463108"/>
              <a:chOff x="-101291" y="3967072"/>
              <a:chExt cx="2033837" cy="463108"/>
            </a:xfrm>
          </p:grpSpPr>
          <p:sp>
            <p:nvSpPr>
              <p:cNvPr id="249" name="Google Shape;249;p9"/>
              <p:cNvSpPr/>
              <p:nvPr/>
            </p:nvSpPr>
            <p:spPr>
              <a:xfrm rot="-5400000">
                <a:off x="646715" y="3256635"/>
                <a:ext cx="425539" cy="1921552"/>
              </a:xfrm>
              <a:custGeom>
                <a:avLst/>
                <a:gdLst/>
                <a:ahLst/>
                <a:cxnLst/>
                <a:rect l="l" t="t" r="r" b="b"/>
                <a:pathLst>
                  <a:path w="11430" h="51613" extrusionOk="0">
                    <a:moveTo>
                      <a:pt x="0" y="1"/>
                    </a:moveTo>
                    <a:lnTo>
                      <a:pt x="0" y="17995"/>
                    </a:lnTo>
                    <a:lnTo>
                      <a:pt x="31" y="18056"/>
                    </a:lnTo>
                    <a:cubicBezTo>
                      <a:pt x="61" y="18117"/>
                      <a:pt x="91" y="18147"/>
                      <a:pt x="122" y="18177"/>
                    </a:cubicBezTo>
                    <a:lnTo>
                      <a:pt x="10852" y="28877"/>
                    </a:lnTo>
                    <a:lnTo>
                      <a:pt x="10852" y="51612"/>
                    </a:lnTo>
                    <a:lnTo>
                      <a:pt x="11429" y="51612"/>
                    </a:lnTo>
                    <a:lnTo>
                      <a:pt x="11429" y="28633"/>
                    </a:lnTo>
                    <a:lnTo>
                      <a:pt x="669" y="17873"/>
                    </a:lnTo>
                    <a:lnTo>
                      <a:pt x="608" y="17813"/>
                    </a:lnTo>
                    <a:lnTo>
                      <a:pt x="608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9"/>
              <p:cNvSpPr/>
              <p:nvPr/>
            </p:nvSpPr>
            <p:spPr>
              <a:xfrm>
                <a:off x="1813971" y="3967072"/>
                <a:ext cx="118575" cy="118575"/>
              </a:xfrm>
              <a:custGeom>
                <a:avLst/>
                <a:gdLst/>
                <a:ahLst/>
                <a:cxnLst/>
                <a:rect l="l" t="t" r="r" b="b"/>
                <a:pathLst>
                  <a:path w="4743" h="4743" fill="none" extrusionOk="0">
                    <a:moveTo>
                      <a:pt x="4742" y="2037"/>
                    </a:moveTo>
                    <a:cubicBezTo>
                      <a:pt x="4742" y="3830"/>
                      <a:pt x="2554" y="4742"/>
                      <a:pt x="1277" y="3466"/>
                    </a:cubicBezTo>
                    <a:cubicBezTo>
                      <a:pt x="1" y="2189"/>
                      <a:pt x="912" y="31"/>
                      <a:pt x="2706" y="1"/>
                    </a:cubicBezTo>
                    <a:cubicBezTo>
                      <a:pt x="3830" y="1"/>
                      <a:pt x="4742" y="912"/>
                      <a:pt x="4742" y="2037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1" name="Google Shape;251;p9"/>
            <p:cNvGrpSpPr/>
            <p:nvPr/>
          </p:nvGrpSpPr>
          <p:grpSpPr>
            <a:xfrm flipH="1">
              <a:off x="7423284" y="366543"/>
              <a:ext cx="2014791" cy="473124"/>
              <a:chOff x="-35118" y="4159588"/>
              <a:chExt cx="2014791" cy="473124"/>
            </a:xfrm>
          </p:grpSpPr>
          <p:sp>
            <p:nvSpPr>
              <p:cNvPr id="252" name="Google Shape;252;p9"/>
              <p:cNvSpPr/>
              <p:nvPr/>
            </p:nvSpPr>
            <p:spPr>
              <a:xfrm rot="-5400000">
                <a:off x="712889" y="3459167"/>
                <a:ext cx="425539" cy="1921552"/>
              </a:xfrm>
              <a:custGeom>
                <a:avLst/>
                <a:gdLst/>
                <a:ahLst/>
                <a:cxnLst/>
                <a:rect l="l" t="t" r="r" b="b"/>
                <a:pathLst>
                  <a:path w="11430" h="51613" extrusionOk="0">
                    <a:moveTo>
                      <a:pt x="0" y="1"/>
                    </a:moveTo>
                    <a:lnTo>
                      <a:pt x="0" y="17995"/>
                    </a:lnTo>
                    <a:lnTo>
                      <a:pt x="31" y="18056"/>
                    </a:lnTo>
                    <a:cubicBezTo>
                      <a:pt x="61" y="18117"/>
                      <a:pt x="91" y="18147"/>
                      <a:pt x="122" y="18177"/>
                    </a:cubicBezTo>
                    <a:lnTo>
                      <a:pt x="10852" y="28877"/>
                    </a:lnTo>
                    <a:lnTo>
                      <a:pt x="10852" y="51612"/>
                    </a:lnTo>
                    <a:lnTo>
                      <a:pt x="11429" y="51612"/>
                    </a:lnTo>
                    <a:lnTo>
                      <a:pt x="11429" y="28633"/>
                    </a:lnTo>
                    <a:lnTo>
                      <a:pt x="669" y="17873"/>
                    </a:lnTo>
                    <a:lnTo>
                      <a:pt x="608" y="17813"/>
                    </a:lnTo>
                    <a:lnTo>
                      <a:pt x="608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9"/>
              <p:cNvSpPr/>
              <p:nvPr/>
            </p:nvSpPr>
            <p:spPr>
              <a:xfrm>
                <a:off x="1861099" y="4159588"/>
                <a:ext cx="118575" cy="118575"/>
              </a:xfrm>
              <a:custGeom>
                <a:avLst/>
                <a:gdLst/>
                <a:ahLst/>
                <a:cxnLst/>
                <a:rect l="l" t="t" r="r" b="b"/>
                <a:pathLst>
                  <a:path w="4743" h="4743" fill="none" extrusionOk="0">
                    <a:moveTo>
                      <a:pt x="4742" y="2037"/>
                    </a:moveTo>
                    <a:cubicBezTo>
                      <a:pt x="4742" y="3830"/>
                      <a:pt x="2554" y="4742"/>
                      <a:pt x="1277" y="3466"/>
                    </a:cubicBezTo>
                    <a:cubicBezTo>
                      <a:pt x="1" y="2189"/>
                      <a:pt x="912" y="31"/>
                      <a:pt x="2706" y="1"/>
                    </a:cubicBezTo>
                    <a:cubicBezTo>
                      <a:pt x="3830" y="1"/>
                      <a:pt x="4742" y="912"/>
                      <a:pt x="4742" y="2037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" name="Google Shape;254;p9"/>
            <p:cNvGrpSpPr/>
            <p:nvPr/>
          </p:nvGrpSpPr>
          <p:grpSpPr>
            <a:xfrm flipH="1">
              <a:off x="7423276" y="720689"/>
              <a:ext cx="2014791" cy="473128"/>
              <a:chOff x="-35118" y="4342063"/>
              <a:chExt cx="2014791" cy="473128"/>
            </a:xfrm>
          </p:grpSpPr>
          <p:sp>
            <p:nvSpPr>
              <p:cNvPr id="255" name="Google Shape;255;p9"/>
              <p:cNvSpPr/>
              <p:nvPr/>
            </p:nvSpPr>
            <p:spPr>
              <a:xfrm rot="-5400000">
                <a:off x="712889" y="3641646"/>
                <a:ext cx="425539" cy="1921552"/>
              </a:xfrm>
              <a:custGeom>
                <a:avLst/>
                <a:gdLst/>
                <a:ahLst/>
                <a:cxnLst/>
                <a:rect l="l" t="t" r="r" b="b"/>
                <a:pathLst>
                  <a:path w="11430" h="51613" extrusionOk="0">
                    <a:moveTo>
                      <a:pt x="0" y="1"/>
                    </a:moveTo>
                    <a:lnTo>
                      <a:pt x="0" y="17995"/>
                    </a:lnTo>
                    <a:lnTo>
                      <a:pt x="31" y="18056"/>
                    </a:lnTo>
                    <a:cubicBezTo>
                      <a:pt x="61" y="18117"/>
                      <a:pt x="91" y="18147"/>
                      <a:pt x="122" y="18177"/>
                    </a:cubicBezTo>
                    <a:lnTo>
                      <a:pt x="10852" y="28877"/>
                    </a:lnTo>
                    <a:lnTo>
                      <a:pt x="10852" y="51612"/>
                    </a:lnTo>
                    <a:lnTo>
                      <a:pt x="11429" y="51612"/>
                    </a:lnTo>
                    <a:lnTo>
                      <a:pt x="11429" y="28633"/>
                    </a:lnTo>
                    <a:lnTo>
                      <a:pt x="669" y="17873"/>
                    </a:lnTo>
                    <a:lnTo>
                      <a:pt x="608" y="17813"/>
                    </a:lnTo>
                    <a:lnTo>
                      <a:pt x="608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9"/>
              <p:cNvSpPr/>
              <p:nvPr/>
            </p:nvSpPr>
            <p:spPr>
              <a:xfrm>
                <a:off x="1861099" y="4342063"/>
                <a:ext cx="118575" cy="118575"/>
              </a:xfrm>
              <a:custGeom>
                <a:avLst/>
                <a:gdLst/>
                <a:ahLst/>
                <a:cxnLst/>
                <a:rect l="l" t="t" r="r" b="b"/>
                <a:pathLst>
                  <a:path w="4743" h="4743" fill="none" extrusionOk="0">
                    <a:moveTo>
                      <a:pt x="4742" y="2037"/>
                    </a:moveTo>
                    <a:cubicBezTo>
                      <a:pt x="4742" y="3830"/>
                      <a:pt x="2554" y="4742"/>
                      <a:pt x="1277" y="3466"/>
                    </a:cubicBezTo>
                    <a:cubicBezTo>
                      <a:pt x="1" y="2189"/>
                      <a:pt x="912" y="31"/>
                      <a:pt x="2706" y="1"/>
                    </a:cubicBezTo>
                    <a:cubicBezTo>
                      <a:pt x="3830" y="1"/>
                      <a:pt x="4742" y="912"/>
                      <a:pt x="4742" y="2037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57" name="Google Shape;257;p9"/>
          <p:cNvGrpSpPr/>
          <p:nvPr/>
        </p:nvGrpSpPr>
        <p:grpSpPr>
          <a:xfrm>
            <a:off x="-370266" y="473288"/>
            <a:ext cx="2014791" cy="473128"/>
            <a:chOff x="-35118" y="4342063"/>
            <a:chExt cx="2014791" cy="473128"/>
          </a:xfrm>
        </p:grpSpPr>
        <p:sp>
          <p:nvSpPr>
            <p:cNvPr id="258" name="Google Shape;258;p9"/>
            <p:cNvSpPr/>
            <p:nvPr/>
          </p:nvSpPr>
          <p:spPr>
            <a:xfrm rot="-5400000">
              <a:off x="712889" y="3641646"/>
              <a:ext cx="425539" cy="1921552"/>
            </a:xfrm>
            <a:custGeom>
              <a:avLst/>
              <a:gdLst/>
              <a:ahLst/>
              <a:cxnLst/>
              <a:rect l="l" t="t" r="r" b="b"/>
              <a:pathLst>
                <a:path w="11430" h="51613" extrusionOk="0">
                  <a:moveTo>
                    <a:pt x="0" y="1"/>
                  </a:moveTo>
                  <a:lnTo>
                    <a:pt x="0" y="17995"/>
                  </a:lnTo>
                  <a:lnTo>
                    <a:pt x="31" y="18056"/>
                  </a:lnTo>
                  <a:cubicBezTo>
                    <a:pt x="61" y="18117"/>
                    <a:pt x="91" y="18147"/>
                    <a:pt x="122" y="18177"/>
                  </a:cubicBezTo>
                  <a:lnTo>
                    <a:pt x="10852" y="28877"/>
                  </a:lnTo>
                  <a:lnTo>
                    <a:pt x="10852" y="51612"/>
                  </a:lnTo>
                  <a:lnTo>
                    <a:pt x="11429" y="51612"/>
                  </a:lnTo>
                  <a:lnTo>
                    <a:pt x="11429" y="28633"/>
                  </a:lnTo>
                  <a:lnTo>
                    <a:pt x="669" y="17873"/>
                  </a:lnTo>
                  <a:lnTo>
                    <a:pt x="608" y="17813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9"/>
            <p:cNvSpPr/>
            <p:nvPr/>
          </p:nvSpPr>
          <p:spPr>
            <a:xfrm>
              <a:off x="1861099" y="4342063"/>
              <a:ext cx="118575" cy="118575"/>
            </a:xfrm>
            <a:custGeom>
              <a:avLst/>
              <a:gdLst/>
              <a:ahLst/>
              <a:cxnLst/>
              <a:rect l="l" t="t" r="r" b="b"/>
              <a:pathLst>
                <a:path w="4743" h="4743" fill="none" extrusionOk="0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0" name="Google Shape;260;p9"/>
          <p:cNvSpPr txBox="1">
            <a:spLocks noGrp="1"/>
          </p:cNvSpPr>
          <p:nvPr>
            <p:ph type="title"/>
          </p:nvPr>
        </p:nvSpPr>
        <p:spPr>
          <a:xfrm>
            <a:off x="4691075" y="1303150"/>
            <a:ext cx="3663300" cy="71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61" name="Google Shape;261;p9"/>
          <p:cNvSpPr txBox="1">
            <a:spLocks noGrp="1"/>
          </p:cNvSpPr>
          <p:nvPr>
            <p:ph type="subTitle" idx="1"/>
          </p:nvPr>
        </p:nvSpPr>
        <p:spPr>
          <a:xfrm>
            <a:off x="4691175" y="2143100"/>
            <a:ext cx="3663300" cy="167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0"/>
          <p:cNvSpPr txBox="1">
            <a:spLocks noGrp="1"/>
          </p:cNvSpPr>
          <p:nvPr>
            <p:ph type="title"/>
          </p:nvPr>
        </p:nvSpPr>
        <p:spPr>
          <a:xfrm>
            <a:off x="-41150" y="4095000"/>
            <a:ext cx="9226200" cy="5088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" name="Google Shape;265;p11"/>
          <p:cNvGrpSpPr/>
          <p:nvPr/>
        </p:nvGrpSpPr>
        <p:grpSpPr>
          <a:xfrm rot="10800000" flipH="1">
            <a:off x="5345388" y="4117956"/>
            <a:ext cx="482550" cy="1505350"/>
            <a:chOff x="3121150" y="-443725"/>
            <a:chExt cx="482550" cy="1505350"/>
          </a:xfrm>
        </p:grpSpPr>
        <p:sp>
          <p:nvSpPr>
            <p:cNvPr id="266" name="Google Shape;266;p11"/>
            <p:cNvSpPr/>
            <p:nvPr/>
          </p:nvSpPr>
          <p:spPr>
            <a:xfrm>
              <a:off x="3121150" y="-443725"/>
              <a:ext cx="427075" cy="1386800"/>
            </a:xfrm>
            <a:custGeom>
              <a:avLst/>
              <a:gdLst/>
              <a:ahLst/>
              <a:cxnLst/>
              <a:rect l="l" t="t" r="r" b="b"/>
              <a:pathLst>
                <a:path w="17083" h="55472" fill="none" extrusionOk="0">
                  <a:moveTo>
                    <a:pt x="17083" y="55472"/>
                  </a:moveTo>
                  <a:lnTo>
                    <a:pt x="17083" y="40669"/>
                  </a:lnTo>
                  <a:lnTo>
                    <a:pt x="0" y="40669"/>
                  </a:ln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1"/>
            <p:cNvSpPr/>
            <p:nvPr/>
          </p:nvSpPr>
          <p:spPr>
            <a:xfrm>
              <a:off x="3485125" y="943825"/>
              <a:ext cx="118575" cy="117800"/>
            </a:xfrm>
            <a:custGeom>
              <a:avLst/>
              <a:gdLst/>
              <a:ahLst/>
              <a:cxnLst/>
              <a:rect l="l" t="t" r="r" b="b"/>
              <a:pathLst>
                <a:path w="4743" h="4712" fill="none" extrusionOk="0">
                  <a:moveTo>
                    <a:pt x="4743" y="2006"/>
                  </a:moveTo>
                  <a:cubicBezTo>
                    <a:pt x="4743" y="3830"/>
                    <a:pt x="2554" y="4712"/>
                    <a:pt x="1277" y="3465"/>
                  </a:cubicBezTo>
                  <a:cubicBezTo>
                    <a:pt x="1" y="2189"/>
                    <a:pt x="913" y="0"/>
                    <a:pt x="2706" y="0"/>
                  </a:cubicBezTo>
                  <a:cubicBezTo>
                    <a:pt x="3831" y="0"/>
                    <a:pt x="4743" y="912"/>
                    <a:pt x="4743" y="2006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8" name="Google Shape;268;p11"/>
          <p:cNvGrpSpPr/>
          <p:nvPr/>
        </p:nvGrpSpPr>
        <p:grpSpPr>
          <a:xfrm rot="10800000" flipH="1">
            <a:off x="4214663" y="4545006"/>
            <a:ext cx="929375" cy="1078300"/>
            <a:chOff x="1990425" y="-443725"/>
            <a:chExt cx="929375" cy="1078300"/>
          </a:xfrm>
        </p:grpSpPr>
        <p:sp>
          <p:nvSpPr>
            <p:cNvPr id="269" name="Google Shape;269;p11"/>
            <p:cNvSpPr/>
            <p:nvPr/>
          </p:nvSpPr>
          <p:spPr>
            <a:xfrm>
              <a:off x="1990425" y="-443725"/>
              <a:ext cx="826800" cy="1006875"/>
            </a:xfrm>
            <a:custGeom>
              <a:avLst/>
              <a:gdLst/>
              <a:ahLst/>
              <a:cxnLst/>
              <a:rect l="l" t="t" r="r" b="b"/>
              <a:pathLst>
                <a:path w="33072" h="40275" fill="none" extrusionOk="0">
                  <a:moveTo>
                    <a:pt x="33071" y="40274"/>
                  </a:moveTo>
                  <a:lnTo>
                    <a:pt x="0" y="40274"/>
                  </a:ln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11"/>
            <p:cNvSpPr/>
            <p:nvPr/>
          </p:nvSpPr>
          <p:spPr>
            <a:xfrm>
              <a:off x="2801225" y="516000"/>
              <a:ext cx="118575" cy="118575"/>
            </a:xfrm>
            <a:custGeom>
              <a:avLst/>
              <a:gdLst/>
              <a:ahLst/>
              <a:cxnLst/>
              <a:rect l="l" t="t" r="r" b="b"/>
              <a:pathLst>
                <a:path w="4743" h="4743" fill="none" extrusionOk="0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3" y="31"/>
                    <a:pt x="2706" y="31"/>
                  </a:cubicBezTo>
                  <a:cubicBezTo>
                    <a:pt x="3831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1" name="Google Shape;271;p11"/>
          <p:cNvGrpSpPr/>
          <p:nvPr/>
        </p:nvGrpSpPr>
        <p:grpSpPr>
          <a:xfrm rot="10800000" flipH="1">
            <a:off x="3511763" y="4184056"/>
            <a:ext cx="1138350" cy="1439250"/>
            <a:chOff x="1287525" y="-443725"/>
            <a:chExt cx="1138350" cy="1439250"/>
          </a:xfrm>
        </p:grpSpPr>
        <p:sp>
          <p:nvSpPr>
            <p:cNvPr id="272" name="Google Shape;272;p11"/>
            <p:cNvSpPr/>
            <p:nvPr/>
          </p:nvSpPr>
          <p:spPr>
            <a:xfrm>
              <a:off x="1287525" y="-443725"/>
              <a:ext cx="1082875" cy="1320700"/>
            </a:xfrm>
            <a:custGeom>
              <a:avLst/>
              <a:gdLst/>
              <a:ahLst/>
              <a:cxnLst/>
              <a:rect l="l" t="t" r="r" b="b"/>
              <a:pathLst>
                <a:path w="43315" h="52828" fill="none" extrusionOk="0">
                  <a:moveTo>
                    <a:pt x="43314" y="52828"/>
                  </a:moveTo>
                  <a:lnTo>
                    <a:pt x="43314" y="25836"/>
                  </a:lnTo>
                  <a:lnTo>
                    <a:pt x="0" y="25836"/>
                  </a:ln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1"/>
            <p:cNvSpPr/>
            <p:nvPr/>
          </p:nvSpPr>
          <p:spPr>
            <a:xfrm>
              <a:off x="2307300" y="876950"/>
              <a:ext cx="118575" cy="118575"/>
            </a:xfrm>
            <a:custGeom>
              <a:avLst/>
              <a:gdLst/>
              <a:ahLst/>
              <a:cxnLst/>
              <a:rect l="l" t="t" r="r" b="b"/>
              <a:pathLst>
                <a:path w="4743" h="4743" fill="none" extrusionOk="0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4" name="Google Shape;274;p11"/>
          <p:cNvGrpSpPr/>
          <p:nvPr/>
        </p:nvGrpSpPr>
        <p:grpSpPr>
          <a:xfrm rot="10800000" flipH="1">
            <a:off x="6220013" y="4117956"/>
            <a:ext cx="474200" cy="1505350"/>
            <a:chOff x="3995775" y="-443725"/>
            <a:chExt cx="474200" cy="1505350"/>
          </a:xfrm>
        </p:grpSpPr>
        <p:sp>
          <p:nvSpPr>
            <p:cNvPr id="275" name="Google Shape;275;p11"/>
            <p:cNvSpPr/>
            <p:nvPr/>
          </p:nvSpPr>
          <p:spPr>
            <a:xfrm>
              <a:off x="4042125" y="-443725"/>
              <a:ext cx="427850" cy="1386800"/>
            </a:xfrm>
            <a:custGeom>
              <a:avLst/>
              <a:gdLst/>
              <a:ahLst/>
              <a:cxnLst/>
              <a:rect l="l" t="t" r="r" b="b"/>
              <a:pathLst>
                <a:path w="17114" h="55472" fill="none" extrusionOk="0">
                  <a:moveTo>
                    <a:pt x="1" y="55472"/>
                  </a:moveTo>
                  <a:lnTo>
                    <a:pt x="1" y="40669"/>
                  </a:lnTo>
                  <a:lnTo>
                    <a:pt x="17114" y="40669"/>
                  </a:lnTo>
                  <a:lnTo>
                    <a:pt x="17114" y="0"/>
                  </a:lnTo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11"/>
            <p:cNvSpPr/>
            <p:nvPr/>
          </p:nvSpPr>
          <p:spPr>
            <a:xfrm>
              <a:off x="3995775" y="943825"/>
              <a:ext cx="117825" cy="117800"/>
            </a:xfrm>
            <a:custGeom>
              <a:avLst/>
              <a:gdLst/>
              <a:ahLst/>
              <a:cxnLst/>
              <a:rect l="l" t="t" r="r" b="b"/>
              <a:pathLst>
                <a:path w="4713" h="4712" fill="none" extrusionOk="0">
                  <a:moveTo>
                    <a:pt x="1" y="2006"/>
                  </a:moveTo>
                  <a:cubicBezTo>
                    <a:pt x="1" y="3830"/>
                    <a:pt x="2159" y="4712"/>
                    <a:pt x="3435" y="3465"/>
                  </a:cubicBezTo>
                  <a:cubicBezTo>
                    <a:pt x="4712" y="2189"/>
                    <a:pt x="3800" y="0"/>
                    <a:pt x="2007" y="0"/>
                  </a:cubicBezTo>
                  <a:cubicBezTo>
                    <a:pt x="882" y="0"/>
                    <a:pt x="1" y="912"/>
                    <a:pt x="1" y="2006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7" name="Google Shape;277;p11"/>
          <p:cNvGrpSpPr/>
          <p:nvPr/>
        </p:nvGrpSpPr>
        <p:grpSpPr>
          <a:xfrm rot="10800000" flipH="1">
            <a:off x="6903913" y="4545006"/>
            <a:ext cx="920275" cy="1078300"/>
            <a:chOff x="4679675" y="-443725"/>
            <a:chExt cx="920275" cy="1078300"/>
          </a:xfrm>
        </p:grpSpPr>
        <p:sp>
          <p:nvSpPr>
            <p:cNvPr id="278" name="Google Shape;278;p11"/>
            <p:cNvSpPr/>
            <p:nvPr/>
          </p:nvSpPr>
          <p:spPr>
            <a:xfrm>
              <a:off x="4783025" y="-443725"/>
              <a:ext cx="816925" cy="1006875"/>
            </a:xfrm>
            <a:custGeom>
              <a:avLst/>
              <a:gdLst/>
              <a:ahLst/>
              <a:cxnLst/>
              <a:rect l="l" t="t" r="r" b="b"/>
              <a:pathLst>
                <a:path w="32677" h="40275" fill="none" extrusionOk="0">
                  <a:moveTo>
                    <a:pt x="1" y="40274"/>
                  </a:moveTo>
                  <a:lnTo>
                    <a:pt x="32676" y="40274"/>
                  </a:lnTo>
                  <a:lnTo>
                    <a:pt x="32676" y="0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11"/>
            <p:cNvSpPr/>
            <p:nvPr/>
          </p:nvSpPr>
          <p:spPr>
            <a:xfrm>
              <a:off x="4679675" y="516000"/>
              <a:ext cx="117825" cy="118575"/>
            </a:xfrm>
            <a:custGeom>
              <a:avLst/>
              <a:gdLst/>
              <a:ahLst/>
              <a:cxnLst/>
              <a:rect l="l" t="t" r="r" b="b"/>
              <a:pathLst>
                <a:path w="4713" h="4743" fill="none" extrusionOk="0">
                  <a:moveTo>
                    <a:pt x="1" y="2037"/>
                  </a:moveTo>
                  <a:cubicBezTo>
                    <a:pt x="1" y="3830"/>
                    <a:pt x="2159" y="4742"/>
                    <a:pt x="3436" y="3466"/>
                  </a:cubicBezTo>
                  <a:cubicBezTo>
                    <a:pt x="4712" y="2189"/>
                    <a:pt x="3800" y="1"/>
                    <a:pt x="2007" y="31"/>
                  </a:cubicBezTo>
                  <a:cubicBezTo>
                    <a:pt x="882" y="31"/>
                    <a:pt x="1" y="912"/>
                    <a:pt x="1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0" name="Google Shape;280;p11"/>
          <p:cNvGrpSpPr/>
          <p:nvPr/>
        </p:nvGrpSpPr>
        <p:grpSpPr>
          <a:xfrm rot="10800000" flipH="1">
            <a:off x="7397863" y="4184056"/>
            <a:ext cx="1129225" cy="1439250"/>
            <a:chOff x="5173625" y="-443725"/>
            <a:chExt cx="1129225" cy="1439250"/>
          </a:xfrm>
        </p:grpSpPr>
        <p:sp>
          <p:nvSpPr>
            <p:cNvPr id="281" name="Google Shape;281;p11"/>
            <p:cNvSpPr/>
            <p:nvPr/>
          </p:nvSpPr>
          <p:spPr>
            <a:xfrm>
              <a:off x="5219975" y="-443725"/>
              <a:ext cx="1082875" cy="1320700"/>
            </a:xfrm>
            <a:custGeom>
              <a:avLst/>
              <a:gdLst/>
              <a:ahLst/>
              <a:cxnLst/>
              <a:rect l="l" t="t" r="r" b="b"/>
              <a:pathLst>
                <a:path w="43315" h="52828" fill="none" extrusionOk="0">
                  <a:moveTo>
                    <a:pt x="0" y="52828"/>
                  </a:moveTo>
                  <a:lnTo>
                    <a:pt x="0" y="25836"/>
                  </a:lnTo>
                  <a:lnTo>
                    <a:pt x="43314" y="25836"/>
                  </a:lnTo>
                  <a:lnTo>
                    <a:pt x="43314" y="0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11"/>
            <p:cNvSpPr/>
            <p:nvPr/>
          </p:nvSpPr>
          <p:spPr>
            <a:xfrm>
              <a:off x="5173625" y="876950"/>
              <a:ext cx="117800" cy="118575"/>
            </a:xfrm>
            <a:custGeom>
              <a:avLst/>
              <a:gdLst/>
              <a:ahLst/>
              <a:cxnLst/>
              <a:rect l="l" t="t" r="r" b="b"/>
              <a:pathLst>
                <a:path w="4712" h="4743" fill="none" extrusionOk="0">
                  <a:moveTo>
                    <a:pt x="0" y="2037"/>
                  </a:moveTo>
                  <a:cubicBezTo>
                    <a:pt x="0" y="3830"/>
                    <a:pt x="2158" y="4742"/>
                    <a:pt x="3435" y="3466"/>
                  </a:cubicBezTo>
                  <a:cubicBezTo>
                    <a:pt x="4711" y="2189"/>
                    <a:pt x="3800" y="1"/>
                    <a:pt x="2006" y="1"/>
                  </a:cubicBezTo>
                  <a:cubicBezTo>
                    <a:pt x="882" y="31"/>
                    <a:pt x="0" y="912"/>
                    <a:pt x="0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3" name="Google Shape;283;p11"/>
          <p:cNvGrpSpPr/>
          <p:nvPr/>
        </p:nvGrpSpPr>
        <p:grpSpPr>
          <a:xfrm rot="10800000" flipH="1">
            <a:off x="8350838" y="3965981"/>
            <a:ext cx="2240950" cy="1657325"/>
            <a:chOff x="4603700" y="-443725"/>
            <a:chExt cx="2240950" cy="1657325"/>
          </a:xfrm>
        </p:grpSpPr>
        <p:sp>
          <p:nvSpPr>
            <p:cNvPr id="284" name="Google Shape;284;p11"/>
            <p:cNvSpPr/>
            <p:nvPr/>
          </p:nvSpPr>
          <p:spPr>
            <a:xfrm>
              <a:off x="4689575" y="-443725"/>
              <a:ext cx="2155075" cy="1560825"/>
            </a:xfrm>
            <a:custGeom>
              <a:avLst/>
              <a:gdLst/>
              <a:ahLst/>
              <a:cxnLst/>
              <a:rect l="l" t="t" r="r" b="b"/>
              <a:pathLst>
                <a:path w="86203" h="62433" fill="none" extrusionOk="0">
                  <a:moveTo>
                    <a:pt x="0" y="62433"/>
                  </a:moveTo>
                  <a:lnTo>
                    <a:pt x="51916" y="14833"/>
                  </a:lnTo>
                  <a:lnTo>
                    <a:pt x="86202" y="14833"/>
                  </a:lnTo>
                  <a:lnTo>
                    <a:pt x="86202" y="0"/>
                  </a:lnTo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11"/>
            <p:cNvSpPr/>
            <p:nvPr/>
          </p:nvSpPr>
          <p:spPr>
            <a:xfrm>
              <a:off x="4603700" y="1095800"/>
              <a:ext cx="117800" cy="117800"/>
            </a:xfrm>
            <a:custGeom>
              <a:avLst/>
              <a:gdLst/>
              <a:ahLst/>
              <a:cxnLst/>
              <a:rect l="l" t="t" r="r" b="b"/>
              <a:pathLst>
                <a:path w="4712" h="4712" fill="none" extrusionOk="0">
                  <a:moveTo>
                    <a:pt x="0" y="2007"/>
                  </a:moveTo>
                  <a:cubicBezTo>
                    <a:pt x="0" y="3830"/>
                    <a:pt x="2158" y="4712"/>
                    <a:pt x="3435" y="3466"/>
                  </a:cubicBezTo>
                  <a:cubicBezTo>
                    <a:pt x="4712" y="2189"/>
                    <a:pt x="3800" y="0"/>
                    <a:pt x="2006" y="0"/>
                  </a:cubicBezTo>
                  <a:cubicBezTo>
                    <a:pt x="882" y="0"/>
                    <a:pt x="0" y="912"/>
                    <a:pt x="0" y="200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6" name="Google Shape;286;p11"/>
          <p:cNvGrpSpPr/>
          <p:nvPr/>
        </p:nvGrpSpPr>
        <p:grpSpPr>
          <a:xfrm>
            <a:off x="8285739" y="2145759"/>
            <a:ext cx="289868" cy="852000"/>
            <a:chOff x="456616" y="2161476"/>
            <a:chExt cx="289868" cy="852000"/>
          </a:xfrm>
        </p:grpSpPr>
        <p:sp>
          <p:nvSpPr>
            <p:cNvPr id="287" name="Google Shape;287;p11"/>
            <p:cNvSpPr/>
            <p:nvPr/>
          </p:nvSpPr>
          <p:spPr>
            <a:xfrm rot="-5400000">
              <a:off x="588942" y="2649556"/>
              <a:ext cx="25484" cy="289600"/>
            </a:xfrm>
            <a:custGeom>
              <a:avLst/>
              <a:gdLst/>
              <a:ahLst/>
              <a:cxnLst/>
              <a:rect l="l" t="t" r="r" b="b"/>
              <a:pathLst>
                <a:path w="761" h="8648" extrusionOk="0">
                  <a:moveTo>
                    <a:pt x="380" y="0"/>
                  </a:moveTo>
                  <a:cubicBezTo>
                    <a:pt x="190" y="0"/>
                    <a:pt x="0" y="130"/>
                    <a:pt x="0" y="388"/>
                  </a:cubicBezTo>
                  <a:lnTo>
                    <a:pt x="0" y="8260"/>
                  </a:lnTo>
                  <a:cubicBezTo>
                    <a:pt x="0" y="8519"/>
                    <a:pt x="190" y="8648"/>
                    <a:pt x="380" y="8648"/>
                  </a:cubicBezTo>
                  <a:cubicBezTo>
                    <a:pt x="570" y="8648"/>
                    <a:pt x="760" y="8519"/>
                    <a:pt x="760" y="8260"/>
                  </a:cubicBezTo>
                  <a:lnTo>
                    <a:pt x="760" y="388"/>
                  </a:lnTo>
                  <a:cubicBezTo>
                    <a:pt x="760" y="130"/>
                    <a:pt x="570" y="0"/>
                    <a:pt x="3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11"/>
            <p:cNvSpPr/>
            <p:nvPr/>
          </p:nvSpPr>
          <p:spPr>
            <a:xfrm rot="-5400000">
              <a:off x="588808" y="2235662"/>
              <a:ext cx="25484" cy="289868"/>
            </a:xfrm>
            <a:custGeom>
              <a:avLst/>
              <a:gdLst/>
              <a:ahLst/>
              <a:cxnLst/>
              <a:rect l="l" t="t" r="r" b="b"/>
              <a:pathLst>
                <a:path w="761" h="8656" extrusionOk="0">
                  <a:moveTo>
                    <a:pt x="365" y="1"/>
                  </a:moveTo>
                  <a:cubicBezTo>
                    <a:pt x="153" y="1"/>
                    <a:pt x="1" y="183"/>
                    <a:pt x="1" y="396"/>
                  </a:cubicBezTo>
                  <a:lnTo>
                    <a:pt x="1" y="8268"/>
                  </a:lnTo>
                  <a:cubicBezTo>
                    <a:pt x="1" y="8527"/>
                    <a:pt x="191" y="8656"/>
                    <a:pt x="381" y="8656"/>
                  </a:cubicBezTo>
                  <a:cubicBezTo>
                    <a:pt x="570" y="8656"/>
                    <a:pt x="760" y="8527"/>
                    <a:pt x="760" y="8268"/>
                  </a:cubicBezTo>
                  <a:lnTo>
                    <a:pt x="760" y="396"/>
                  </a:lnTo>
                  <a:cubicBezTo>
                    <a:pt x="760" y="183"/>
                    <a:pt x="578" y="1"/>
                    <a:pt x="3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11"/>
            <p:cNvSpPr/>
            <p:nvPr/>
          </p:nvSpPr>
          <p:spPr>
            <a:xfrm rot="-5400000">
              <a:off x="576234" y="2902231"/>
              <a:ext cx="25484" cy="197007"/>
            </a:xfrm>
            <a:custGeom>
              <a:avLst/>
              <a:gdLst/>
              <a:ahLst/>
              <a:cxnLst/>
              <a:rect l="l" t="t" r="r" b="b"/>
              <a:pathLst>
                <a:path w="761" h="5883" extrusionOk="0">
                  <a:moveTo>
                    <a:pt x="380" y="1"/>
                  </a:moveTo>
                  <a:cubicBezTo>
                    <a:pt x="190" y="1"/>
                    <a:pt x="0" y="130"/>
                    <a:pt x="0" y="388"/>
                  </a:cubicBezTo>
                  <a:lnTo>
                    <a:pt x="0" y="5495"/>
                  </a:lnTo>
                  <a:cubicBezTo>
                    <a:pt x="0" y="5753"/>
                    <a:pt x="190" y="5882"/>
                    <a:pt x="380" y="5882"/>
                  </a:cubicBezTo>
                  <a:cubicBezTo>
                    <a:pt x="570" y="5882"/>
                    <a:pt x="760" y="5753"/>
                    <a:pt x="760" y="5495"/>
                  </a:cubicBezTo>
                  <a:lnTo>
                    <a:pt x="760" y="388"/>
                  </a:lnTo>
                  <a:cubicBezTo>
                    <a:pt x="760" y="130"/>
                    <a:pt x="570" y="1"/>
                    <a:pt x="3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1"/>
            <p:cNvSpPr/>
            <p:nvPr/>
          </p:nvSpPr>
          <p:spPr>
            <a:xfrm rot="-5400000">
              <a:off x="575849" y="2488856"/>
              <a:ext cx="26489" cy="197241"/>
            </a:xfrm>
            <a:custGeom>
              <a:avLst/>
              <a:gdLst/>
              <a:ahLst/>
              <a:cxnLst/>
              <a:rect l="l" t="t" r="r" b="b"/>
              <a:pathLst>
                <a:path w="791" h="5890" extrusionOk="0">
                  <a:moveTo>
                    <a:pt x="410" y="1"/>
                  </a:moveTo>
                  <a:cubicBezTo>
                    <a:pt x="220" y="1"/>
                    <a:pt x="30" y="130"/>
                    <a:pt x="30" y="388"/>
                  </a:cubicBezTo>
                  <a:lnTo>
                    <a:pt x="30" y="5495"/>
                  </a:lnTo>
                  <a:cubicBezTo>
                    <a:pt x="0" y="5707"/>
                    <a:pt x="182" y="5890"/>
                    <a:pt x="395" y="5890"/>
                  </a:cubicBezTo>
                  <a:cubicBezTo>
                    <a:pt x="608" y="5890"/>
                    <a:pt x="790" y="5707"/>
                    <a:pt x="790" y="5495"/>
                  </a:cubicBezTo>
                  <a:lnTo>
                    <a:pt x="790" y="388"/>
                  </a:lnTo>
                  <a:cubicBezTo>
                    <a:pt x="790" y="130"/>
                    <a:pt x="600" y="1"/>
                    <a:pt x="4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1"/>
            <p:cNvSpPr/>
            <p:nvPr/>
          </p:nvSpPr>
          <p:spPr>
            <a:xfrm rot="-5400000">
              <a:off x="576619" y="2076100"/>
              <a:ext cx="25484" cy="196237"/>
            </a:xfrm>
            <a:custGeom>
              <a:avLst/>
              <a:gdLst/>
              <a:ahLst/>
              <a:cxnLst/>
              <a:rect l="l" t="t" r="r" b="b"/>
              <a:pathLst>
                <a:path w="761" h="5860" extrusionOk="0">
                  <a:moveTo>
                    <a:pt x="396" y="0"/>
                  </a:moveTo>
                  <a:cubicBezTo>
                    <a:pt x="183" y="0"/>
                    <a:pt x="1" y="152"/>
                    <a:pt x="1" y="365"/>
                  </a:cubicBezTo>
                  <a:lnTo>
                    <a:pt x="1" y="5472"/>
                  </a:lnTo>
                  <a:cubicBezTo>
                    <a:pt x="1" y="5730"/>
                    <a:pt x="191" y="5859"/>
                    <a:pt x="381" y="5859"/>
                  </a:cubicBezTo>
                  <a:cubicBezTo>
                    <a:pt x="570" y="5859"/>
                    <a:pt x="760" y="5730"/>
                    <a:pt x="760" y="5472"/>
                  </a:cubicBezTo>
                  <a:lnTo>
                    <a:pt x="760" y="365"/>
                  </a:lnTo>
                  <a:cubicBezTo>
                    <a:pt x="760" y="152"/>
                    <a:pt x="608" y="0"/>
                    <a:pt x="3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2" name="Google Shape;292;p11"/>
          <p:cNvGrpSpPr/>
          <p:nvPr/>
        </p:nvGrpSpPr>
        <p:grpSpPr>
          <a:xfrm>
            <a:off x="7733951" y="-104276"/>
            <a:ext cx="1129225" cy="1439250"/>
            <a:chOff x="5173625" y="-443725"/>
            <a:chExt cx="1129225" cy="1439250"/>
          </a:xfrm>
        </p:grpSpPr>
        <p:sp>
          <p:nvSpPr>
            <p:cNvPr id="293" name="Google Shape;293;p11"/>
            <p:cNvSpPr/>
            <p:nvPr/>
          </p:nvSpPr>
          <p:spPr>
            <a:xfrm>
              <a:off x="5219975" y="-443725"/>
              <a:ext cx="1082875" cy="1320700"/>
            </a:xfrm>
            <a:custGeom>
              <a:avLst/>
              <a:gdLst/>
              <a:ahLst/>
              <a:cxnLst/>
              <a:rect l="l" t="t" r="r" b="b"/>
              <a:pathLst>
                <a:path w="43315" h="52828" fill="none" extrusionOk="0">
                  <a:moveTo>
                    <a:pt x="0" y="52828"/>
                  </a:moveTo>
                  <a:lnTo>
                    <a:pt x="0" y="25836"/>
                  </a:lnTo>
                  <a:lnTo>
                    <a:pt x="43314" y="25836"/>
                  </a:lnTo>
                  <a:lnTo>
                    <a:pt x="43314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1"/>
            <p:cNvSpPr/>
            <p:nvPr/>
          </p:nvSpPr>
          <p:spPr>
            <a:xfrm>
              <a:off x="5173625" y="876950"/>
              <a:ext cx="117800" cy="118575"/>
            </a:xfrm>
            <a:custGeom>
              <a:avLst/>
              <a:gdLst/>
              <a:ahLst/>
              <a:cxnLst/>
              <a:rect l="l" t="t" r="r" b="b"/>
              <a:pathLst>
                <a:path w="4712" h="4743" fill="none" extrusionOk="0">
                  <a:moveTo>
                    <a:pt x="0" y="2037"/>
                  </a:moveTo>
                  <a:cubicBezTo>
                    <a:pt x="0" y="3830"/>
                    <a:pt x="2158" y="4742"/>
                    <a:pt x="3435" y="3466"/>
                  </a:cubicBezTo>
                  <a:cubicBezTo>
                    <a:pt x="4711" y="2189"/>
                    <a:pt x="3800" y="1"/>
                    <a:pt x="2006" y="1"/>
                  </a:cubicBezTo>
                  <a:cubicBezTo>
                    <a:pt x="882" y="31"/>
                    <a:pt x="0" y="912"/>
                    <a:pt x="0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5" name="Google Shape;295;p11"/>
          <p:cNvSpPr txBox="1">
            <a:spLocks noGrp="1"/>
          </p:cNvSpPr>
          <p:nvPr>
            <p:ph type="title" hasCustomPrompt="1"/>
          </p:nvPr>
        </p:nvSpPr>
        <p:spPr>
          <a:xfrm>
            <a:off x="1681800" y="1603075"/>
            <a:ext cx="5780400" cy="136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600"/>
              <a:buNone/>
              <a:defRPr sz="96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600"/>
              <a:buNone/>
              <a:defRPr sz="96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600"/>
              <a:buNone/>
              <a:defRPr sz="96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600"/>
              <a:buNone/>
              <a:defRPr sz="96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600"/>
              <a:buNone/>
              <a:defRPr sz="96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600"/>
              <a:buNone/>
              <a:defRPr sz="96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600"/>
              <a:buNone/>
              <a:defRPr sz="96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600"/>
              <a:buNone/>
              <a:defRPr sz="96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600"/>
              <a:buNone/>
              <a:defRPr sz="9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96" name="Google Shape;296;p11"/>
          <p:cNvSpPr txBox="1">
            <a:spLocks noGrp="1"/>
          </p:cNvSpPr>
          <p:nvPr>
            <p:ph type="subTitle" idx="1"/>
          </p:nvPr>
        </p:nvSpPr>
        <p:spPr>
          <a:xfrm>
            <a:off x="2059200" y="2969825"/>
            <a:ext cx="5025600" cy="57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3"/>
          <p:cNvSpPr txBox="1">
            <a:spLocks noGrp="1"/>
          </p:cNvSpPr>
          <p:nvPr>
            <p:ph type="title"/>
          </p:nvPr>
        </p:nvSpPr>
        <p:spPr>
          <a:xfrm>
            <a:off x="713325" y="1958098"/>
            <a:ext cx="2200800" cy="47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00" name="Google Shape;300;p13"/>
          <p:cNvSpPr txBox="1">
            <a:spLocks noGrp="1"/>
          </p:cNvSpPr>
          <p:nvPr>
            <p:ph type="title" idx="2" hasCustomPrompt="1"/>
          </p:nvPr>
        </p:nvSpPr>
        <p:spPr>
          <a:xfrm>
            <a:off x="713325" y="1425075"/>
            <a:ext cx="908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1" name="Google Shape;301;p13"/>
          <p:cNvSpPr txBox="1">
            <a:spLocks noGrp="1"/>
          </p:cNvSpPr>
          <p:nvPr>
            <p:ph type="subTitle" idx="1"/>
          </p:nvPr>
        </p:nvSpPr>
        <p:spPr>
          <a:xfrm>
            <a:off x="713313" y="2405941"/>
            <a:ext cx="22008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2" name="Google Shape;302;p13"/>
          <p:cNvSpPr txBox="1">
            <a:spLocks noGrp="1"/>
          </p:cNvSpPr>
          <p:nvPr>
            <p:ph type="title" idx="3"/>
          </p:nvPr>
        </p:nvSpPr>
        <p:spPr>
          <a:xfrm>
            <a:off x="3878250" y="1958098"/>
            <a:ext cx="2200800" cy="47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03" name="Google Shape;303;p13"/>
          <p:cNvSpPr txBox="1">
            <a:spLocks noGrp="1"/>
          </p:cNvSpPr>
          <p:nvPr>
            <p:ph type="title" idx="4" hasCustomPrompt="1"/>
          </p:nvPr>
        </p:nvSpPr>
        <p:spPr>
          <a:xfrm>
            <a:off x="3878250" y="1425075"/>
            <a:ext cx="908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4" name="Google Shape;304;p13"/>
          <p:cNvSpPr txBox="1">
            <a:spLocks noGrp="1"/>
          </p:cNvSpPr>
          <p:nvPr>
            <p:ph type="subTitle" idx="5"/>
          </p:nvPr>
        </p:nvSpPr>
        <p:spPr>
          <a:xfrm>
            <a:off x="3878238" y="2405941"/>
            <a:ext cx="22008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p13"/>
          <p:cNvSpPr txBox="1">
            <a:spLocks noGrp="1"/>
          </p:cNvSpPr>
          <p:nvPr>
            <p:ph type="title" idx="6"/>
          </p:nvPr>
        </p:nvSpPr>
        <p:spPr>
          <a:xfrm>
            <a:off x="720000" y="539700"/>
            <a:ext cx="5365800" cy="47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306" name="Google Shape;306;p13"/>
          <p:cNvSpPr txBox="1">
            <a:spLocks noGrp="1"/>
          </p:cNvSpPr>
          <p:nvPr>
            <p:ph type="title" idx="7"/>
          </p:nvPr>
        </p:nvSpPr>
        <p:spPr>
          <a:xfrm>
            <a:off x="720000" y="3622629"/>
            <a:ext cx="2200800" cy="47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07" name="Google Shape;307;p13"/>
          <p:cNvSpPr txBox="1">
            <a:spLocks noGrp="1"/>
          </p:cNvSpPr>
          <p:nvPr>
            <p:ph type="title" idx="8" hasCustomPrompt="1"/>
          </p:nvPr>
        </p:nvSpPr>
        <p:spPr>
          <a:xfrm>
            <a:off x="720000" y="3089624"/>
            <a:ext cx="908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8" name="Google Shape;308;p13"/>
          <p:cNvSpPr txBox="1">
            <a:spLocks noGrp="1"/>
          </p:cNvSpPr>
          <p:nvPr>
            <p:ph type="subTitle" idx="9"/>
          </p:nvPr>
        </p:nvSpPr>
        <p:spPr>
          <a:xfrm>
            <a:off x="719988" y="4070479"/>
            <a:ext cx="22008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9" name="Google Shape;309;p13"/>
          <p:cNvSpPr txBox="1">
            <a:spLocks noGrp="1"/>
          </p:cNvSpPr>
          <p:nvPr>
            <p:ph type="title" idx="13"/>
          </p:nvPr>
        </p:nvSpPr>
        <p:spPr>
          <a:xfrm>
            <a:off x="3884925" y="3622629"/>
            <a:ext cx="2200800" cy="47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10" name="Google Shape;310;p13"/>
          <p:cNvSpPr txBox="1">
            <a:spLocks noGrp="1"/>
          </p:cNvSpPr>
          <p:nvPr>
            <p:ph type="title" idx="14" hasCustomPrompt="1"/>
          </p:nvPr>
        </p:nvSpPr>
        <p:spPr>
          <a:xfrm>
            <a:off x="3884925" y="3089624"/>
            <a:ext cx="908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11" name="Google Shape;311;p13"/>
          <p:cNvSpPr txBox="1">
            <a:spLocks noGrp="1"/>
          </p:cNvSpPr>
          <p:nvPr>
            <p:ph type="subTitle" idx="15"/>
          </p:nvPr>
        </p:nvSpPr>
        <p:spPr>
          <a:xfrm>
            <a:off x="3884913" y="4070479"/>
            <a:ext cx="22008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12" name="Google Shape;312;p13"/>
          <p:cNvGrpSpPr/>
          <p:nvPr/>
        </p:nvGrpSpPr>
        <p:grpSpPr>
          <a:xfrm>
            <a:off x="7730824" y="2876232"/>
            <a:ext cx="1697125" cy="1382731"/>
            <a:chOff x="7748374" y="2845645"/>
            <a:chExt cx="1697125" cy="1382731"/>
          </a:xfrm>
        </p:grpSpPr>
        <p:grpSp>
          <p:nvGrpSpPr>
            <p:cNvPr id="313" name="Google Shape;313;p13"/>
            <p:cNvGrpSpPr/>
            <p:nvPr/>
          </p:nvGrpSpPr>
          <p:grpSpPr>
            <a:xfrm rot="-5400000">
              <a:off x="8306336" y="3089213"/>
              <a:ext cx="581201" cy="1697125"/>
              <a:chOff x="79461" y="58200"/>
              <a:chExt cx="581201" cy="1697125"/>
            </a:xfrm>
          </p:grpSpPr>
          <p:grpSp>
            <p:nvGrpSpPr>
              <p:cNvPr id="314" name="Google Shape;314;p13"/>
              <p:cNvGrpSpPr/>
              <p:nvPr/>
            </p:nvGrpSpPr>
            <p:grpSpPr>
              <a:xfrm>
                <a:off x="236836" y="140933"/>
                <a:ext cx="423826" cy="1614380"/>
                <a:chOff x="236836" y="140933"/>
                <a:chExt cx="423826" cy="1614380"/>
              </a:xfrm>
            </p:grpSpPr>
            <p:sp>
              <p:nvSpPr>
                <p:cNvPr id="315" name="Google Shape;315;p13"/>
                <p:cNvSpPr/>
                <p:nvPr/>
              </p:nvSpPr>
              <p:spPr>
                <a:xfrm>
                  <a:off x="292013" y="249370"/>
                  <a:ext cx="334005" cy="14078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78" h="31521" extrusionOk="0">
                      <a:moveTo>
                        <a:pt x="6870" y="0"/>
                      </a:moveTo>
                      <a:lnTo>
                        <a:pt x="6870" y="8177"/>
                      </a:lnTo>
                      <a:cubicBezTo>
                        <a:pt x="5441" y="9636"/>
                        <a:pt x="3982" y="11094"/>
                        <a:pt x="2554" y="12493"/>
                      </a:cubicBezTo>
                      <a:lnTo>
                        <a:pt x="122" y="14924"/>
                      </a:lnTo>
                      <a:lnTo>
                        <a:pt x="31" y="15046"/>
                      </a:lnTo>
                      <a:lnTo>
                        <a:pt x="1" y="15107"/>
                      </a:lnTo>
                      <a:cubicBezTo>
                        <a:pt x="1" y="15167"/>
                        <a:pt x="1" y="15228"/>
                        <a:pt x="1" y="15289"/>
                      </a:cubicBezTo>
                      <a:lnTo>
                        <a:pt x="1" y="31520"/>
                      </a:lnTo>
                      <a:lnTo>
                        <a:pt x="578" y="31520"/>
                      </a:lnTo>
                      <a:lnTo>
                        <a:pt x="578" y="15319"/>
                      </a:lnTo>
                      <a:cubicBezTo>
                        <a:pt x="1368" y="14529"/>
                        <a:pt x="2189" y="13739"/>
                        <a:pt x="2979" y="12918"/>
                      </a:cubicBezTo>
                      <a:cubicBezTo>
                        <a:pt x="4438" y="11490"/>
                        <a:pt x="5928" y="9970"/>
                        <a:pt x="7387" y="8511"/>
                      </a:cubicBezTo>
                      <a:lnTo>
                        <a:pt x="7478" y="8420"/>
                      </a:lnTo>
                      <a:lnTo>
                        <a:pt x="747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6" name="Google Shape;316;p13"/>
                <p:cNvSpPr/>
                <p:nvPr/>
              </p:nvSpPr>
              <p:spPr>
                <a:xfrm>
                  <a:off x="542088" y="140933"/>
                  <a:ext cx="118575" cy="117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43" h="4713" fill="none" extrusionOk="0">
                      <a:moveTo>
                        <a:pt x="4742" y="2706"/>
                      </a:moveTo>
                      <a:cubicBezTo>
                        <a:pt x="4742" y="913"/>
                        <a:pt x="2554" y="1"/>
                        <a:pt x="1277" y="1277"/>
                      </a:cubicBezTo>
                      <a:cubicBezTo>
                        <a:pt x="1" y="2554"/>
                        <a:pt x="912" y="4712"/>
                        <a:pt x="2706" y="4712"/>
                      </a:cubicBezTo>
                      <a:cubicBezTo>
                        <a:pt x="3830" y="4712"/>
                        <a:pt x="4742" y="3831"/>
                        <a:pt x="4742" y="270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28575" cap="flat" cmpd="sng">
                  <a:solidFill>
                    <a:schemeClr val="dk1"/>
                  </a:solidFill>
                  <a:prstDash val="solid"/>
                  <a:miter lim="3039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7" name="Google Shape;317;p13"/>
                <p:cNvSpPr/>
                <p:nvPr/>
              </p:nvSpPr>
              <p:spPr>
                <a:xfrm>
                  <a:off x="236836" y="1637488"/>
                  <a:ext cx="118575" cy="117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43" h="4713" fill="none" extrusionOk="0">
                      <a:moveTo>
                        <a:pt x="4742" y="2706"/>
                      </a:moveTo>
                      <a:cubicBezTo>
                        <a:pt x="4742" y="913"/>
                        <a:pt x="2554" y="1"/>
                        <a:pt x="1277" y="1277"/>
                      </a:cubicBezTo>
                      <a:cubicBezTo>
                        <a:pt x="1" y="2554"/>
                        <a:pt x="912" y="4712"/>
                        <a:pt x="2706" y="4712"/>
                      </a:cubicBezTo>
                      <a:cubicBezTo>
                        <a:pt x="3830" y="4712"/>
                        <a:pt x="4742" y="3831"/>
                        <a:pt x="4742" y="270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28575" cap="flat" cmpd="sng">
                  <a:solidFill>
                    <a:schemeClr val="dk1"/>
                  </a:solidFill>
                  <a:prstDash val="solid"/>
                  <a:miter lim="3039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18" name="Google Shape;318;p13"/>
              <p:cNvGrpSpPr/>
              <p:nvPr/>
            </p:nvGrpSpPr>
            <p:grpSpPr>
              <a:xfrm>
                <a:off x="79461" y="58200"/>
                <a:ext cx="428800" cy="1697125"/>
                <a:chOff x="79461" y="58200"/>
                <a:chExt cx="428800" cy="1697125"/>
              </a:xfrm>
            </p:grpSpPr>
            <p:sp>
              <p:nvSpPr>
                <p:cNvPr id="319" name="Google Shape;319;p13"/>
                <p:cNvSpPr/>
                <p:nvPr/>
              </p:nvSpPr>
              <p:spPr>
                <a:xfrm>
                  <a:off x="138597" y="176034"/>
                  <a:ext cx="334050" cy="148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79" h="33163" extrusionOk="0">
                      <a:moveTo>
                        <a:pt x="6870" y="1"/>
                      </a:moveTo>
                      <a:lnTo>
                        <a:pt x="6870" y="8208"/>
                      </a:lnTo>
                      <a:cubicBezTo>
                        <a:pt x="5442" y="9636"/>
                        <a:pt x="3983" y="11095"/>
                        <a:pt x="2554" y="12524"/>
                      </a:cubicBezTo>
                      <a:cubicBezTo>
                        <a:pt x="1764" y="13344"/>
                        <a:pt x="943" y="14135"/>
                        <a:pt x="122" y="14986"/>
                      </a:cubicBezTo>
                      <a:cubicBezTo>
                        <a:pt x="62" y="15016"/>
                        <a:pt x="31" y="15047"/>
                        <a:pt x="1" y="15107"/>
                      </a:cubicBezTo>
                      <a:lnTo>
                        <a:pt x="1" y="15168"/>
                      </a:lnTo>
                      <a:lnTo>
                        <a:pt x="1" y="33162"/>
                      </a:lnTo>
                      <a:lnTo>
                        <a:pt x="578" y="33162"/>
                      </a:lnTo>
                      <a:lnTo>
                        <a:pt x="578" y="15351"/>
                      </a:lnTo>
                      <a:lnTo>
                        <a:pt x="2980" y="12949"/>
                      </a:lnTo>
                      <a:cubicBezTo>
                        <a:pt x="4408" y="11490"/>
                        <a:pt x="5928" y="10001"/>
                        <a:pt x="7387" y="8512"/>
                      </a:cubicBezTo>
                      <a:lnTo>
                        <a:pt x="7478" y="8420"/>
                      </a:lnTo>
                      <a:lnTo>
                        <a:pt x="747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0" name="Google Shape;320;p13"/>
                <p:cNvSpPr/>
                <p:nvPr/>
              </p:nvSpPr>
              <p:spPr>
                <a:xfrm>
                  <a:off x="389686" y="58200"/>
                  <a:ext cx="118575" cy="117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43" h="4713" fill="none" extrusionOk="0">
                      <a:moveTo>
                        <a:pt x="4742" y="2706"/>
                      </a:moveTo>
                      <a:cubicBezTo>
                        <a:pt x="4742" y="913"/>
                        <a:pt x="2554" y="1"/>
                        <a:pt x="1277" y="1277"/>
                      </a:cubicBezTo>
                      <a:cubicBezTo>
                        <a:pt x="1" y="2554"/>
                        <a:pt x="912" y="4712"/>
                        <a:pt x="2706" y="4712"/>
                      </a:cubicBezTo>
                      <a:cubicBezTo>
                        <a:pt x="3830" y="4712"/>
                        <a:pt x="4742" y="3831"/>
                        <a:pt x="4742" y="2706"/>
                      </a:cubicBezTo>
                      <a:close/>
                    </a:path>
                  </a:pathLst>
                </a:custGeom>
                <a:noFill/>
                <a:ln w="28575" cap="flat" cmpd="sng">
                  <a:solidFill>
                    <a:schemeClr val="dk1"/>
                  </a:solidFill>
                  <a:prstDash val="solid"/>
                  <a:miter lim="3039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1" name="Google Shape;321;p13"/>
                <p:cNvSpPr/>
                <p:nvPr/>
              </p:nvSpPr>
              <p:spPr>
                <a:xfrm>
                  <a:off x="79461" y="1637500"/>
                  <a:ext cx="118575" cy="117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43" h="4713" fill="none" extrusionOk="0">
                      <a:moveTo>
                        <a:pt x="4742" y="2706"/>
                      </a:moveTo>
                      <a:cubicBezTo>
                        <a:pt x="4742" y="913"/>
                        <a:pt x="2554" y="1"/>
                        <a:pt x="1277" y="1277"/>
                      </a:cubicBezTo>
                      <a:cubicBezTo>
                        <a:pt x="1" y="2554"/>
                        <a:pt x="912" y="4712"/>
                        <a:pt x="2706" y="4712"/>
                      </a:cubicBezTo>
                      <a:cubicBezTo>
                        <a:pt x="3830" y="4712"/>
                        <a:pt x="4742" y="3831"/>
                        <a:pt x="4742" y="2706"/>
                      </a:cubicBezTo>
                      <a:close/>
                    </a:path>
                  </a:pathLst>
                </a:custGeom>
                <a:noFill/>
                <a:ln w="28575" cap="flat" cmpd="sng">
                  <a:solidFill>
                    <a:schemeClr val="dk1"/>
                  </a:solidFill>
                  <a:prstDash val="solid"/>
                  <a:miter lim="3039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22" name="Google Shape;322;p13"/>
            <p:cNvGrpSpPr/>
            <p:nvPr/>
          </p:nvGrpSpPr>
          <p:grpSpPr>
            <a:xfrm rot="-5400000" flipH="1">
              <a:off x="8306336" y="2287683"/>
              <a:ext cx="581201" cy="1697125"/>
              <a:chOff x="79461" y="58200"/>
              <a:chExt cx="581201" cy="1697125"/>
            </a:xfrm>
          </p:grpSpPr>
          <p:grpSp>
            <p:nvGrpSpPr>
              <p:cNvPr id="323" name="Google Shape;323;p13"/>
              <p:cNvGrpSpPr/>
              <p:nvPr/>
            </p:nvGrpSpPr>
            <p:grpSpPr>
              <a:xfrm>
                <a:off x="236836" y="140933"/>
                <a:ext cx="423826" cy="1614380"/>
                <a:chOff x="236836" y="140933"/>
                <a:chExt cx="423826" cy="1614380"/>
              </a:xfrm>
            </p:grpSpPr>
            <p:sp>
              <p:nvSpPr>
                <p:cNvPr id="324" name="Google Shape;324;p13"/>
                <p:cNvSpPr/>
                <p:nvPr/>
              </p:nvSpPr>
              <p:spPr>
                <a:xfrm>
                  <a:off x="292013" y="249370"/>
                  <a:ext cx="334005" cy="14078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78" h="31521" extrusionOk="0">
                      <a:moveTo>
                        <a:pt x="6870" y="0"/>
                      </a:moveTo>
                      <a:lnTo>
                        <a:pt x="6870" y="8177"/>
                      </a:lnTo>
                      <a:cubicBezTo>
                        <a:pt x="5441" y="9636"/>
                        <a:pt x="3982" y="11094"/>
                        <a:pt x="2554" y="12493"/>
                      </a:cubicBezTo>
                      <a:lnTo>
                        <a:pt x="122" y="14924"/>
                      </a:lnTo>
                      <a:lnTo>
                        <a:pt x="31" y="15046"/>
                      </a:lnTo>
                      <a:lnTo>
                        <a:pt x="1" y="15107"/>
                      </a:lnTo>
                      <a:cubicBezTo>
                        <a:pt x="1" y="15167"/>
                        <a:pt x="1" y="15228"/>
                        <a:pt x="1" y="15289"/>
                      </a:cubicBezTo>
                      <a:lnTo>
                        <a:pt x="1" y="31520"/>
                      </a:lnTo>
                      <a:lnTo>
                        <a:pt x="578" y="31520"/>
                      </a:lnTo>
                      <a:lnTo>
                        <a:pt x="578" y="15319"/>
                      </a:lnTo>
                      <a:cubicBezTo>
                        <a:pt x="1368" y="14529"/>
                        <a:pt x="2189" y="13739"/>
                        <a:pt x="2979" y="12918"/>
                      </a:cubicBezTo>
                      <a:cubicBezTo>
                        <a:pt x="4438" y="11490"/>
                        <a:pt x="5928" y="9970"/>
                        <a:pt x="7387" y="8511"/>
                      </a:cubicBezTo>
                      <a:lnTo>
                        <a:pt x="7478" y="8420"/>
                      </a:lnTo>
                      <a:lnTo>
                        <a:pt x="747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5" name="Google Shape;325;p13"/>
                <p:cNvSpPr/>
                <p:nvPr/>
              </p:nvSpPr>
              <p:spPr>
                <a:xfrm>
                  <a:off x="542088" y="140933"/>
                  <a:ext cx="118575" cy="117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43" h="4713" fill="none" extrusionOk="0">
                      <a:moveTo>
                        <a:pt x="4742" y="2706"/>
                      </a:moveTo>
                      <a:cubicBezTo>
                        <a:pt x="4742" y="913"/>
                        <a:pt x="2554" y="1"/>
                        <a:pt x="1277" y="1277"/>
                      </a:cubicBezTo>
                      <a:cubicBezTo>
                        <a:pt x="1" y="2554"/>
                        <a:pt x="912" y="4712"/>
                        <a:pt x="2706" y="4712"/>
                      </a:cubicBezTo>
                      <a:cubicBezTo>
                        <a:pt x="3830" y="4712"/>
                        <a:pt x="4742" y="3831"/>
                        <a:pt x="4742" y="270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28575" cap="flat" cmpd="sng">
                  <a:solidFill>
                    <a:schemeClr val="dk1"/>
                  </a:solidFill>
                  <a:prstDash val="solid"/>
                  <a:miter lim="3039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6" name="Google Shape;326;p13"/>
                <p:cNvSpPr/>
                <p:nvPr/>
              </p:nvSpPr>
              <p:spPr>
                <a:xfrm>
                  <a:off x="236836" y="1637488"/>
                  <a:ext cx="118575" cy="117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43" h="4713" fill="none" extrusionOk="0">
                      <a:moveTo>
                        <a:pt x="4742" y="2706"/>
                      </a:moveTo>
                      <a:cubicBezTo>
                        <a:pt x="4742" y="913"/>
                        <a:pt x="2554" y="1"/>
                        <a:pt x="1277" y="1277"/>
                      </a:cubicBezTo>
                      <a:cubicBezTo>
                        <a:pt x="1" y="2554"/>
                        <a:pt x="912" y="4712"/>
                        <a:pt x="2706" y="4712"/>
                      </a:cubicBezTo>
                      <a:cubicBezTo>
                        <a:pt x="3830" y="4712"/>
                        <a:pt x="4742" y="3831"/>
                        <a:pt x="4742" y="270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w="28575" cap="flat" cmpd="sng">
                  <a:solidFill>
                    <a:schemeClr val="dk1"/>
                  </a:solidFill>
                  <a:prstDash val="solid"/>
                  <a:miter lim="3039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27" name="Google Shape;327;p13"/>
              <p:cNvGrpSpPr/>
              <p:nvPr/>
            </p:nvGrpSpPr>
            <p:grpSpPr>
              <a:xfrm>
                <a:off x="79461" y="58200"/>
                <a:ext cx="428800" cy="1697125"/>
                <a:chOff x="79461" y="58200"/>
                <a:chExt cx="428800" cy="1697125"/>
              </a:xfrm>
            </p:grpSpPr>
            <p:sp>
              <p:nvSpPr>
                <p:cNvPr id="328" name="Google Shape;328;p13"/>
                <p:cNvSpPr/>
                <p:nvPr/>
              </p:nvSpPr>
              <p:spPr>
                <a:xfrm>
                  <a:off x="138597" y="176034"/>
                  <a:ext cx="334050" cy="148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79" h="33163" extrusionOk="0">
                      <a:moveTo>
                        <a:pt x="6870" y="1"/>
                      </a:moveTo>
                      <a:lnTo>
                        <a:pt x="6870" y="8208"/>
                      </a:lnTo>
                      <a:cubicBezTo>
                        <a:pt x="5442" y="9636"/>
                        <a:pt x="3983" y="11095"/>
                        <a:pt x="2554" y="12524"/>
                      </a:cubicBezTo>
                      <a:cubicBezTo>
                        <a:pt x="1764" y="13344"/>
                        <a:pt x="943" y="14135"/>
                        <a:pt x="122" y="14986"/>
                      </a:cubicBezTo>
                      <a:cubicBezTo>
                        <a:pt x="62" y="15016"/>
                        <a:pt x="31" y="15047"/>
                        <a:pt x="1" y="15107"/>
                      </a:cubicBezTo>
                      <a:lnTo>
                        <a:pt x="1" y="15168"/>
                      </a:lnTo>
                      <a:lnTo>
                        <a:pt x="1" y="33162"/>
                      </a:lnTo>
                      <a:lnTo>
                        <a:pt x="578" y="33162"/>
                      </a:lnTo>
                      <a:lnTo>
                        <a:pt x="578" y="15351"/>
                      </a:lnTo>
                      <a:lnTo>
                        <a:pt x="2980" y="12949"/>
                      </a:lnTo>
                      <a:cubicBezTo>
                        <a:pt x="4408" y="11490"/>
                        <a:pt x="5928" y="10001"/>
                        <a:pt x="7387" y="8512"/>
                      </a:cubicBezTo>
                      <a:lnTo>
                        <a:pt x="7478" y="8420"/>
                      </a:lnTo>
                      <a:lnTo>
                        <a:pt x="747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9" name="Google Shape;329;p13"/>
                <p:cNvSpPr/>
                <p:nvPr/>
              </p:nvSpPr>
              <p:spPr>
                <a:xfrm>
                  <a:off x="389686" y="58200"/>
                  <a:ext cx="118575" cy="117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43" h="4713" fill="none" extrusionOk="0">
                      <a:moveTo>
                        <a:pt x="4742" y="2706"/>
                      </a:moveTo>
                      <a:cubicBezTo>
                        <a:pt x="4742" y="913"/>
                        <a:pt x="2554" y="1"/>
                        <a:pt x="1277" y="1277"/>
                      </a:cubicBezTo>
                      <a:cubicBezTo>
                        <a:pt x="1" y="2554"/>
                        <a:pt x="912" y="4712"/>
                        <a:pt x="2706" y="4712"/>
                      </a:cubicBezTo>
                      <a:cubicBezTo>
                        <a:pt x="3830" y="4712"/>
                        <a:pt x="4742" y="3831"/>
                        <a:pt x="4742" y="2706"/>
                      </a:cubicBezTo>
                      <a:close/>
                    </a:path>
                  </a:pathLst>
                </a:custGeom>
                <a:noFill/>
                <a:ln w="28575" cap="flat" cmpd="sng">
                  <a:solidFill>
                    <a:schemeClr val="dk1"/>
                  </a:solidFill>
                  <a:prstDash val="solid"/>
                  <a:miter lim="3039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0" name="Google Shape;330;p13"/>
                <p:cNvSpPr/>
                <p:nvPr/>
              </p:nvSpPr>
              <p:spPr>
                <a:xfrm>
                  <a:off x="79461" y="1637500"/>
                  <a:ext cx="118575" cy="117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43" h="4713" fill="none" extrusionOk="0">
                      <a:moveTo>
                        <a:pt x="4742" y="2706"/>
                      </a:moveTo>
                      <a:cubicBezTo>
                        <a:pt x="4742" y="913"/>
                        <a:pt x="2554" y="1"/>
                        <a:pt x="1277" y="1277"/>
                      </a:cubicBezTo>
                      <a:cubicBezTo>
                        <a:pt x="1" y="2554"/>
                        <a:pt x="912" y="4712"/>
                        <a:pt x="2706" y="4712"/>
                      </a:cubicBezTo>
                      <a:cubicBezTo>
                        <a:pt x="3830" y="4712"/>
                        <a:pt x="4742" y="3831"/>
                        <a:pt x="4742" y="2706"/>
                      </a:cubicBezTo>
                      <a:close/>
                    </a:path>
                  </a:pathLst>
                </a:custGeom>
                <a:noFill/>
                <a:ln w="28575" cap="flat" cmpd="sng">
                  <a:solidFill>
                    <a:schemeClr val="dk1"/>
                  </a:solidFill>
                  <a:prstDash val="solid"/>
                  <a:miter lim="3039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331" name="Google Shape;331;p13"/>
            <p:cNvSpPr/>
            <p:nvPr/>
          </p:nvSpPr>
          <p:spPr>
            <a:xfrm>
              <a:off x="8620769" y="3295674"/>
              <a:ext cx="640686" cy="136629"/>
            </a:xfrm>
            <a:custGeom>
              <a:avLst/>
              <a:gdLst/>
              <a:ahLst/>
              <a:cxnLst/>
              <a:rect l="l" t="t" r="r" b="b"/>
              <a:pathLst>
                <a:path w="14682" h="3131" extrusionOk="0">
                  <a:moveTo>
                    <a:pt x="426" y="0"/>
                  </a:moveTo>
                  <a:lnTo>
                    <a:pt x="0" y="395"/>
                  </a:lnTo>
                  <a:lnTo>
                    <a:pt x="2736" y="3131"/>
                  </a:lnTo>
                  <a:lnTo>
                    <a:pt x="14681" y="3131"/>
                  </a:lnTo>
                  <a:lnTo>
                    <a:pt x="14681" y="2553"/>
                  </a:lnTo>
                  <a:lnTo>
                    <a:pt x="2979" y="2553"/>
                  </a:lnTo>
                  <a:lnTo>
                    <a:pt x="4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13"/>
            <p:cNvSpPr/>
            <p:nvPr/>
          </p:nvSpPr>
          <p:spPr>
            <a:xfrm>
              <a:off x="8631373" y="3712149"/>
              <a:ext cx="630082" cy="127378"/>
            </a:xfrm>
            <a:custGeom>
              <a:avLst/>
              <a:gdLst/>
              <a:ahLst/>
              <a:cxnLst/>
              <a:rect l="l" t="t" r="r" b="b"/>
              <a:pathLst>
                <a:path w="14439" h="2919" extrusionOk="0">
                  <a:moveTo>
                    <a:pt x="2493" y="0"/>
                  </a:moveTo>
                  <a:lnTo>
                    <a:pt x="0" y="2493"/>
                  </a:lnTo>
                  <a:lnTo>
                    <a:pt x="395" y="2918"/>
                  </a:lnTo>
                  <a:lnTo>
                    <a:pt x="2736" y="578"/>
                  </a:lnTo>
                  <a:lnTo>
                    <a:pt x="14438" y="578"/>
                  </a:lnTo>
                  <a:lnTo>
                    <a:pt x="144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3" name="Google Shape;333;p13"/>
          <p:cNvGrpSpPr/>
          <p:nvPr/>
        </p:nvGrpSpPr>
        <p:grpSpPr>
          <a:xfrm>
            <a:off x="8620769" y="604477"/>
            <a:ext cx="640686" cy="543853"/>
            <a:chOff x="8620769" y="639586"/>
            <a:chExt cx="640686" cy="543853"/>
          </a:xfrm>
        </p:grpSpPr>
        <p:sp>
          <p:nvSpPr>
            <p:cNvPr id="334" name="Google Shape;334;p13"/>
            <p:cNvSpPr/>
            <p:nvPr/>
          </p:nvSpPr>
          <p:spPr>
            <a:xfrm>
              <a:off x="8620769" y="639586"/>
              <a:ext cx="640686" cy="136629"/>
            </a:xfrm>
            <a:custGeom>
              <a:avLst/>
              <a:gdLst/>
              <a:ahLst/>
              <a:cxnLst/>
              <a:rect l="l" t="t" r="r" b="b"/>
              <a:pathLst>
                <a:path w="14682" h="3131" extrusionOk="0">
                  <a:moveTo>
                    <a:pt x="426" y="0"/>
                  </a:moveTo>
                  <a:lnTo>
                    <a:pt x="0" y="395"/>
                  </a:lnTo>
                  <a:lnTo>
                    <a:pt x="2736" y="3131"/>
                  </a:lnTo>
                  <a:lnTo>
                    <a:pt x="14681" y="3131"/>
                  </a:lnTo>
                  <a:lnTo>
                    <a:pt x="14681" y="2553"/>
                  </a:lnTo>
                  <a:lnTo>
                    <a:pt x="2979" y="2553"/>
                  </a:lnTo>
                  <a:lnTo>
                    <a:pt x="4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13"/>
            <p:cNvSpPr/>
            <p:nvPr/>
          </p:nvSpPr>
          <p:spPr>
            <a:xfrm>
              <a:off x="8631373" y="1056062"/>
              <a:ext cx="630082" cy="127378"/>
            </a:xfrm>
            <a:custGeom>
              <a:avLst/>
              <a:gdLst/>
              <a:ahLst/>
              <a:cxnLst/>
              <a:rect l="l" t="t" r="r" b="b"/>
              <a:pathLst>
                <a:path w="14439" h="2919" extrusionOk="0">
                  <a:moveTo>
                    <a:pt x="2493" y="0"/>
                  </a:moveTo>
                  <a:lnTo>
                    <a:pt x="0" y="2493"/>
                  </a:lnTo>
                  <a:lnTo>
                    <a:pt x="395" y="2918"/>
                  </a:lnTo>
                  <a:lnTo>
                    <a:pt x="2736" y="578"/>
                  </a:lnTo>
                  <a:lnTo>
                    <a:pt x="14438" y="578"/>
                  </a:lnTo>
                  <a:lnTo>
                    <a:pt x="1443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4"/>
          <p:cNvSpPr txBox="1">
            <a:spLocks noGrp="1"/>
          </p:cNvSpPr>
          <p:nvPr>
            <p:ph type="title"/>
          </p:nvPr>
        </p:nvSpPr>
        <p:spPr>
          <a:xfrm>
            <a:off x="2601150" y="3162600"/>
            <a:ext cx="39417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38" name="Google Shape;338;p14"/>
          <p:cNvSpPr txBox="1">
            <a:spLocks noGrp="1"/>
          </p:cNvSpPr>
          <p:nvPr>
            <p:ph type="subTitle" idx="1"/>
          </p:nvPr>
        </p:nvSpPr>
        <p:spPr>
          <a:xfrm>
            <a:off x="1776005" y="1484125"/>
            <a:ext cx="5592000" cy="171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339" name="Google Shape;339;p14"/>
          <p:cNvGrpSpPr/>
          <p:nvPr/>
        </p:nvGrpSpPr>
        <p:grpSpPr>
          <a:xfrm flipH="1">
            <a:off x="7586434" y="1581995"/>
            <a:ext cx="2290315" cy="1518337"/>
            <a:chOff x="-736445" y="1581995"/>
            <a:chExt cx="2290315" cy="1518337"/>
          </a:xfrm>
        </p:grpSpPr>
        <p:sp>
          <p:nvSpPr>
            <p:cNvPr id="340" name="Google Shape;340;p14"/>
            <p:cNvSpPr/>
            <p:nvPr/>
          </p:nvSpPr>
          <p:spPr>
            <a:xfrm>
              <a:off x="1109379" y="2803495"/>
              <a:ext cx="118575" cy="118575"/>
            </a:xfrm>
            <a:custGeom>
              <a:avLst/>
              <a:gdLst/>
              <a:ahLst/>
              <a:cxnLst/>
              <a:rect l="l" t="t" r="r" b="b"/>
              <a:pathLst>
                <a:path w="4743" h="4743" fill="none" extrusionOk="0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1" name="Google Shape;341;p14"/>
            <p:cNvGrpSpPr/>
            <p:nvPr/>
          </p:nvGrpSpPr>
          <p:grpSpPr>
            <a:xfrm>
              <a:off x="-736445" y="1581995"/>
              <a:ext cx="2290315" cy="1518337"/>
              <a:chOff x="-565732" y="1582220"/>
              <a:chExt cx="2290315" cy="1518337"/>
            </a:xfrm>
          </p:grpSpPr>
          <p:sp>
            <p:nvSpPr>
              <p:cNvPr id="342" name="Google Shape;342;p14"/>
              <p:cNvSpPr/>
              <p:nvPr/>
            </p:nvSpPr>
            <p:spPr>
              <a:xfrm>
                <a:off x="-565732" y="2486098"/>
                <a:ext cx="1862289" cy="395491"/>
              </a:xfrm>
              <a:custGeom>
                <a:avLst/>
                <a:gdLst/>
                <a:ahLst/>
                <a:cxnLst/>
                <a:rect l="l" t="t" r="r" b="b"/>
                <a:pathLst>
                  <a:path w="22615" h="4803" extrusionOk="0">
                    <a:moveTo>
                      <a:pt x="1" y="0"/>
                    </a:moveTo>
                    <a:lnTo>
                      <a:pt x="1" y="365"/>
                    </a:lnTo>
                    <a:lnTo>
                      <a:pt x="11429" y="365"/>
                    </a:lnTo>
                    <a:lnTo>
                      <a:pt x="11460" y="395"/>
                    </a:lnTo>
                    <a:lnTo>
                      <a:pt x="13010" y="1945"/>
                    </a:lnTo>
                    <a:cubicBezTo>
                      <a:pt x="13922" y="2857"/>
                      <a:pt x="14894" y="3830"/>
                      <a:pt x="15837" y="4742"/>
                    </a:cubicBezTo>
                    <a:lnTo>
                      <a:pt x="15897" y="4803"/>
                    </a:lnTo>
                    <a:lnTo>
                      <a:pt x="22615" y="4803"/>
                    </a:lnTo>
                    <a:lnTo>
                      <a:pt x="22615" y="4408"/>
                    </a:lnTo>
                    <a:lnTo>
                      <a:pt x="16049" y="4408"/>
                    </a:lnTo>
                    <a:cubicBezTo>
                      <a:pt x="15107" y="3526"/>
                      <a:pt x="14195" y="2584"/>
                      <a:pt x="13283" y="1672"/>
                    </a:cubicBezTo>
                    <a:cubicBezTo>
                      <a:pt x="12767" y="1155"/>
                      <a:pt x="12250" y="638"/>
                      <a:pt x="11733" y="122"/>
                    </a:cubicBezTo>
                    <a:lnTo>
                      <a:pt x="11703" y="91"/>
                    </a:lnTo>
                    <a:cubicBezTo>
                      <a:pt x="11672" y="61"/>
                      <a:pt x="11642" y="61"/>
                      <a:pt x="11612" y="31"/>
                    </a:cubicBezTo>
                    <a:lnTo>
                      <a:pt x="115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43" name="Google Shape;343;p14"/>
              <p:cNvGrpSpPr/>
              <p:nvPr/>
            </p:nvGrpSpPr>
            <p:grpSpPr>
              <a:xfrm>
                <a:off x="-565732" y="1582220"/>
                <a:ext cx="2290315" cy="435914"/>
                <a:chOff x="-565732" y="1582220"/>
                <a:chExt cx="2290315" cy="435914"/>
              </a:xfrm>
            </p:grpSpPr>
            <p:sp>
              <p:nvSpPr>
                <p:cNvPr id="344" name="Google Shape;344;p14"/>
                <p:cNvSpPr/>
                <p:nvPr/>
              </p:nvSpPr>
              <p:spPr>
                <a:xfrm>
                  <a:off x="-565732" y="1622561"/>
                  <a:ext cx="2202713" cy="3955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49" h="4804" extrusionOk="0">
                      <a:moveTo>
                        <a:pt x="14803" y="1"/>
                      </a:moveTo>
                      <a:lnTo>
                        <a:pt x="10457" y="4347"/>
                      </a:lnTo>
                      <a:lnTo>
                        <a:pt x="10396" y="4408"/>
                      </a:lnTo>
                      <a:lnTo>
                        <a:pt x="10396" y="4438"/>
                      </a:lnTo>
                      <a:lnTo>
                        <a:pt x="1" y="4438"/>
                      </a:lnTo>
                      <a:lnTo>
                        <a:pt x="1" y="4803"/>
                      </a:lnTo>
                      <a:lnTo>
                        <a:pt x="10517" y="4803"/>
                      </a:lnTo>
                      <a:lnTo>
                        <a:pt x="10548" y="4773"/>
                      </a:lnTo>
                      <a:cubicBezTo>
                        <a:pt x="10609" y="4742"/>
                        <a:pt x="10639" y="4712"/>
                        <a:pt x="10700" y="4651"/>
                      </a:cubicBezTo>
                      <a:lnTo>
                        <a:pt x="10730" y="4621"/>
                      </a:lnTo>
                      <a:lnTo>
                        <a:pt x="14955" y="365"/>
                      </a:lnTo>
                      <a:lnTo>
                        <a:pt x="26749" y="365"/>
                      </a:lnTo>
                      <a:lnTo>
                        <a:pt x="2674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5" name="Google Shape;345;p14"/>
                <p:cNvSpPr/>
                <p:nvPr/>
              </p:nvSpPr>
              <p:spPr>
                <a:xfrm>
                  <a:off x="1606008" y="1582220"/>
                  <a:ext cx="118575" cy="11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43" h="4743" fill="none" extrusionOk="0">
                      <a:moveTo>
                        <a:pt x="4742" y="2037"/>
                      </a:moveTo>
                      <a:cubicBezTo>
                        <a:pt x="4742" y="3830"/>
                        <a:pt x="2554" y="4742"/>
                        <a:pt x="1277" y="3466"/>
                      </a:cubicBezTo>
                      <a:cubicBezTo>
                        <a:pt x="1" y="2189"/>
                        <a:pt x="912" y="31"/>
                        <a:pt x="2706" y="1"/>
                      </a:cubicBezTo>
                      <a:cubicBezTo>
                        <a:pt x="3830" y="1"/>
                        <a:pt x="4742" y="912"/>
                        <a:pt x="4742" y="2037"/>
                      </a:cubicBezTo>
                      <a:close/>
                    </a:path>
                  </a:pathLst>
                </a:custGeom>
                <a:noFill/>
                <a:ln w="28575" cap="flat" cmpd="sng">
                  <a:solidFill>
                    <a:schemeClr val="dk1"/>
                  </a:solidFill>
                  <a:prstDash val="solid"/>
                  <a:miter lim="3039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46" name="Google Shape;346;p14"/>
              <p:cNvGrpSpPr/>
              <p:nvPr/>
            </p:nvGrpSpPr>
            <p:grpSpPr>
              <a:xfrm>
                <a:off x="-565732" y="1759770"/>
                <a:ext cx="1948882" cy="441085"/>
                <a:chOff x="-565732" y="1759770"/>
                <a:chExt cx="1948882" cy="441085"/>
              </a:xfrm>
            </p:grpSpPr>
            <p:sp>
              <p:nvSpPr>
                <p:cNvPr id="347" name="Google Shape;347;p14"/>
                <p:cNvSpPr/>
                <p:nvPr/>
              </p:nvSpPr>
              <p:spPr>
                <a:xfrm>
                  <a:off x="-565732" y="1805281"/>
                  <a:ext cx="1862289" cy="3955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15" h="4804" extrusionOk="0">
                      <a:moveTo>
                        <a:pt x="15867" y="1"/>
                      </a:moveTo>
                      <a:lnTo>
                        <a:pt x="15806" y="61"/>
                      </a:lnTo>
                      <a:cubicBezTo>
                        <a:pt x="14864" y="973"/>
                        <a:pt x="13922" y="1946"/>
                        <a:pt x="12980" y="2858"/>
                      </a:cubicBezTo>
                      <a:lnTo>
                        <a:pt x="11460" y="4408"/>
                      </a:lnTo>
                      <a:lnTo>
                        <a:pt x="11429" y="4438"/>
                      </a:lnTo>
                      <a:lnTo>
                        <a:pt x="1" y="4438"/>
                      </a:lnTo>
                      <a:lnTo>
                        <a:pt x="1" y="4803"/>
                      </a:lnTo>
                      <a:lnTo>
                        <a:pt x="11581" y="4803"/>
                      </a:lnTo>
                      <a:lnTo>
                        <a:pt x="11612" y="4773"/>
                      </a:lnTo>
                      <a:cubicBezTo>
                        <a:pt x="11642" y="4742"/>
                        <a:pt x="11672" y="4712"/>
                        <a:pt x="11703" y="4681"/>
                      </a:cubicBezTo>
                      <a:lnTo>
                        <a:pt x="11733" y="4681"/>
                      </a:lnTo>
                      <a:lnTo>
                        <a:pt x="13283" y="3131"/>
                      </a:lnTo>
                      <a:cubicBezTo>
                        <a:pt x="14165" y="2219"/>
                        <a:pt x="15107" y="1277"/>
                        <a:pt x="16049" y="365"/>
                      </a:cubicBezTo>
                      <a:lnTo>
                        <a:pt x="22615" y="365"/>
                      </a:lnTo>
                      <a:lnTo>
                        <a:pt x="2261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8" name="Google Shape;348;p14"/>
                <p:cNvSpPr/>
                <p:nvPr/>
              </p:nvSpPr>
              <p:spPr>
                <a:xfrm>
                  <a:off x="1264575" y="1759770"/>
                  <a:ext cx="118575" cy="11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43" h="4743" fill="none" extrusionOk="0">
                      <a:moveTo>
                        <a:pt x="4742" y="2037"/>
                      </a:moveTo>
                      <a:cubicBezTo>
                        <a:pt x="4742" y="3830"/>
                        <a:pt x="2554" y="4742"/>
                        <a:pt x="1277" y="3466"/>
                      </a:cubicBezTo>
                      <a:cubicBezTo>
                        <a:pt x="1" y="2189"/>
                        <a:pt x="912" y="31"/>
                        <a:pt x="2706" y="1"/>
                      </a:cubicBezTo>
                      <a:cubicBezTo>
                        <a:pt x="3830" y="1"/>
                        <a:pt x="4742" y="912"/>
                        <a:pt x="4742" y="2037"/>
                      </a:cubicBezTo>
                      <a:close/>
                    </a:path>
                  </a:pathLst>
                </a:custGeom>
                <a:noFill/>
                <a:ln w="28575" cap="flat" cmpd="sng">
                  <a:solidFill>
                    <a:schemeClr val="dk1"/>
                  </a:solidFill>
                  <a:prstDash val="solid"/>
                  <a:miter lim="3039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49" name="Google Shape;349;p14"/>
              <p:cNvGrpSpPr/>
              <p:nvPr/>
            </p:nvGrpSpPr>
            <p:grpSpPr>
              <a:xfrm>
                <a:off x="-390503" y="2295383"/>
                <a:ext cx="1572778" cy="118575"/>
                <a:chOff x="-390503" y="2295383"/>
                <a:chExt cx="1572778" cy="118575"/>
              </a:xfrm>
            </p:grpSpPr>
            <p:sp>
              <p:nvSpPr>
                <p:cNvPr id="350" name="Google Shape;350;p14"/>
                <p:cNvSpPr/>
                <p:nvPr/>
              </p:nvSpPr>
              <p:spPr>
                <a:xfrm>
                  <a:off x="-390503" y="2338374"/>
                  <a:ext cx="1474350" cy="326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04" h="396" extrusionOk="0">
                      <a:moveTo>
                        <a:pt x="0" y="1"/>
                      </a:moveTo>
                      <a:lnTo>
                        <a:pt x="0" y="396"/>
                      </a:lnTo>
                      <a:lnTo>
                        <a:pt x="17903" y="396"/>
                      </a:lnTo>
                      <a:lnTo>
                        <a:pt x="1790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1" name="Google Shape;351;p14"/>
                <p:cNvSpPr/>
                <p:nvPr/>
              </p:nvSpPr>
              <p:spPr>
                <a:xfrm>
                  <a:off x="1063700" y="2295383"/>
                  <a:ext cx="118575" cy="11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43" h="4743" fill="none" extrusionOk="0">
                      <a:moveTo>
                        <a:pt x="4742" y="2037"/>
                      </a:moveTo>
                      <a:cubicBezTo>
                        <a:pt x="4742" y="3830"/>
                        <a:pt x="2554" y="4742"/>
                        <a:pt x="1277" y="3466"/>
                      </a:cubicBezTo>
                      <a:cubicBezTo>
                        <a:pt x="1" y="2189"/>
                        <a:pt x="912" y="31"/>
                        <a:pt x="2706" y="1"/>
                      </a:cubicBezTo>
                      <a:cubicBezTo>
                        <a:pt x="3830" y="1"/>
                        <a:pt x="4742" y="912"/>
                        <a:pt x="4742" y="2037"/>
                      </a:cubicBezTo>
                      <a:close/>
                    </a:path>
                  </a:pathLst>
                </a:custGeom>
                <a:noFill/>
                <a:ln w="28575" cap="flat" cmpd="sng">
                  <a:solidFill>
                    <a:schemeClr val="dk1"/>
                  </a:solidFill>
                  <a:prstDash val="solid"/>
                  <a:miter lim="3039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52" name="Google Shape;352;p14"/>
              <p:cNvGrpSpPr/>
              <p:nvPr/>
            </p:nvGrpSpPr>
            <p:grpSpPr>
              <a:xfrm>
                <a:off x="-565732" y="2666266"/>
                <a:ext cx="2239329" cy="434292"/>
                <a:chOff x="-565732" y="2666266"/>
                <a:chExt cx="2239329" cy="434292"/>
              </a:xfrm>
            </p:grpSpPr>
            <p:sp>
              <p:nvSpPr>
                <p:cNvPr id="353" name="Google Shape;353;p14"/>
                <p:cNvSpPr/>
                <p:nvPr/>
              </p:nvSpPr>
              <p:spPr>
                <a:xfrm>
                  <a:off x="-565732" y="2666266"/>
                  <a:ext cx="2165163" cy="3930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293" h="4773" extrusionOk="0">
                      <a:moveTo>
                        <a:pt x="1" y="1"/>
                      </a:moveTo>
                      <a:lnTo>
                        <a:pt x="1" y="396"/>
                      </a:lnTo>
                      <a:lnTo>
                        <a:pt x="10396" y="396"/>
                      </a:lnTo>
                      <a:lnTo>
                        <a:pt x="10457" y="457"/>
                      </a:lnTo>
                      <a:lnTo>
                        <a:pt x="14803" y="4773"/>
                      </a:lnTo>
                      <a:lnTo>
                        <a:pt x="26293" y="4773"/>
                      </a:lnTo>
                      <a:cubicBezTo>
                        <a:pt x="26171" y="4712"/>
                        <a:pt x="26050" y="4560"/>
                        <a:pt x="25928" y="4438"/>
                      </a:cubicBezTo>
                      <a:lnTo>
                        <a:pt x="14986" y="4438"/>
                      </a:lnTo>
                      <a:lnTo>
                        <a:pt x="10730" y="183"/>
                      </a:lnTo>
                      <a:cubicBezTo>
                        <a:pt x="10700" y="183"/>
                        <a:pt x="10700" y="183"/>
                        <a:pt x="10700" y="153"/>
                      </a:cubicBezTo>
                      <a:cubicBezTo>
                        <a:pt x="10639" y="92"/>
                        <a:pt x="10609" y="61"/>
                        <a:pt x="10548" y="31"/>
                      </a:cubicBezTo>
                      <a:lnTo>
                        <a:pt x="1048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4" name="Google Shape;354;p14"/>
                <p:cNvSpPr/>
                <p:nvPr/>
              </p:nvSpPr>
              <p:spPr>
                <a:xfrm>
                  <a:off x="1555022" y="2981983"/>
                  <a:ext cx="118575" cy="11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43" h="4743" fill="none" extrusionOk="0">
                      <a:moveTo>
                        <a:pt x="4742" y="2037"/>
                      </a:moveTo>
                      <a:cubicBezTo>
                        <a:pt x="4742" y="3830"/>
                        <a:pt x="2554" y="4742"/>
                        <a:pt x="1277" y="3466"/>
                      </a:cubicBezTo>
                      <a:cubicBezTo>
                        <a:pt x="1" y="2189"/>
                        <a:pt x="912" y="31"/>
                        <a:pt x="2706" y="1"/>
                      </a:cubicBezTo>
                      <a:cubicBezTo>
                        <a:pt x="3830" y="1"/>
                        <a:pt x="4742" y="912"/>
                        <a:pt x="4742" y="2037"/>
                      </a:cubicBezTo>
                      <a:close/>
                    </a:path>
                  </a:pathLst>
                </a:custGeom>
                <a:noFill/>
                <a:ln w="28575" cap="flat" cmpd="sng">
                  <a:solidFill>
                    <a:schemeClr val="dk1"/>
                  </a:solidFill>
                  <a:prstDash val="solid"/>
                  <a:miter lim="3039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355" name="Google Shape;355;p14"/>
          <p:cNvGrpSpPr/>
          <p:nvPr/>
        </p:nvGrpSpPr>
        <p:grpSpPr>
          <a:xfrm>
            <a:off x="-736445" y="1581995"/>
            <a:ext cx="2290315" cy="1518337"/>
            <a:chOff x="-736445" y="1581995"/>
            <a:chExt cx="2290315" cy="1518337"/>
          </a:xfrm>
        </p:grpSpPr>
        <p:sp>
          <p:nvSpPr>
            <p:cNvPr id="356" name="Google Shape;356;p14"/>
            <p:cNvSpPr/>
            <p:nvPr/>
          </p:nvSpPr>
          <p:spPr>
            <a:xfrm>
              <a:off x="1109379" y="2803495"/>
              <a:ext cx="118575" cy="118575"/>
            </a:xfrm>
            <a:custGeom>
              <a:avLst/>
              <a:gdLst/>
              <a:ahLst/>
              <a:cxnLst/>
              <a:rect l="l" t="t" r="r" b="b"/>
              <a:pathLst>
                <a:path w="4743" h="4743" fill="none" extrusionOk="0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57" name="Google Shape;357;p14"/>
            <p:cNvGrpSpPr/>
            <p:nvPr/>
          </p:nvGrpSpPr>
          <p:grpSpPr>
            <a:xfrm>
              <a:off x="-736445" y="1581995"/>
              <a:ext cx="2290315" cy="1518337"/>
              <a:chOff x="-565732" y="1582220"/>
              <a:chExt cx="2290315" cy="1518337"/>
            </a:xfrm>
          </p:grpSpPr>
          <p:sp>
            <p:nvSpPr>
              <p:cNvPr id="358" name="Google Shape;358;p14"/>
              <p:cNvSpPr/>
              <p:nvPr/>
            </p:nvSpPr>
            <p:spPr>
              <a:xfrm>
                <a:off x="-565732" y="2486098"/>
                <a:ext cx="1862289" cy="395491"/>
              </a:xfrm>
              <a:custGeom>
                <a:avLst/>
                <a:gdLst/>
                <a:ahLst/>
                <a:cxnLst/>
                <a:rect l="l" t="t" r="r" b="b"/>
                <a:pathLst>
                  <a:path w="22615" h="4803" extrusionOk="0">
                    <a:moveTo>
                      <a:pt x="1" y="0"/>
                    </a:moveTo>
                    <a:lnTo>
                      <a:pt x="1" y="365"/>
                    </a:lnTo>
                    <a:lnTo>
                      <a:pt x="11429" y="365"/>
                    </a:lnTo>
                    <a:lnTo>
                      <a:pt x="11460" y="395"/>
                    </a:lnTo>
                    <a:lnTo>
                      <a:pt x="13010" y="1945"/>
                    </a:lnTo>
                    <a:cubicBezTo>
                      <a:pt x="13922" y="2857"/>
                      <a:pt x="14894" y="3830"/>
                      <a:pt x="15837" y="4742"/>
                    </a:cubicBezTo>
                    <a:lnTo>
                      <a:pt x="15897" y="4803"/>
                    </a:lnTo>
                    <a:lnTo>
                      <a:pt x="22615" y="4803"/>
                    </a:lnTo>
                    <a:lnTo>
                      <a:pt x="22615" y="4408"/>
                    </a:lnTo>
                    <a:lnTo>
                      <a:pt x="16049" y="4408"/>
                    </a:lnTo>
                    <a:cubicBezTo>
                      <a:pt x="15107" y="3526"/>
                      <a:pt x="14195" y="2584"/>
                      <a:pt x="13283" y="1672"/>
                    </a:cubicBezTo>
                    <a:cubicBezTo>
                      <a:pt x="12767" y="1155"/>
                      <a:pt x="12250" y="638"/>
                      <a:pt x="11733" y="122"/>
                    </a:cubicBezTo>
                    <a:lnTo>
                      <a:pt x="11703" y="91"/>
                    </a:lnTo>
                    <a:cubicBezTo>
                      <a:pt x="11672" y="61"/>
                      <a:pt x="11642" y="61"/>
                      <a:pt x="11612" y="31"/>
                    </a:cubicBezTo>
                    <a:lnTo>
                      <a:pt x="115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59" name="Google Shape;359;p14"/>
              <p:cNvGrpSpPr/>
              <p:nvPr/>
            </p:nvGrpSpPr>
            <p:grpSpPr>
              <a:xfrm>
                <a:off x="-565732" y="1582220"/>
                <a:ext cx="2290315" cy="435914"/>
                <a:chOff x="-565732" y="1582220"/>
                <a:chExt cx="2290315" cy="435914"/>
              </a:xfrm>
            </p:grpSpPr>
            <p:sp>
              <p:nvSpPr>
                <p:cNvPr id="360" name="Google Shape;360;p14"/>
                <p:cNvSpPr/>
                <p:nvPr/>
              </p:nvSpPr>
              <p:spPr>
                <a:xfrm>
                  <a:off x="-565732" y="1622561"/>
                  <a:ext cx="2202713" cy="3955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49" h="4804" extrusionOk="0">
                      <a:moveTo>
                        <a:pt x="14803" y="1"/>
                      </a:moveTo>
                      <a:lnTo>
                        <a:pt x="10457" y="4347"/>
                      </a:lnTo>
                      <a:lnTo>
                        <a:pt x="10396" y="4408"/>
                      </a:lnTo>
                      <a:lnTo>
                        <a:pt x="10396" y="4438"/>
                      </a:lnTo>
                      <a:lnTo>
                        <a:pt x="1" y="4438"/>
                      </a:lnTo>
                      <a:lnTo>
                        <a:pt x="1" y="4803"/>
                      </a:lnTo>
                      <a:lnTo>
                        <a:pt x="10517" y="4803"/>
                      </a:lnTo>
                      <a:lnTo>
                        <a:pt x="10548" y="4773"/>
                      </a:lnTo>
                      <a:cubicBezTo>
                        <a:pt x="10609" y="4742"/>
                        <a:pt x="10639" y="4712"/>
                        <a:pt x="10700" y="4651"/>
                      </a:cubicBezTo>
                      <a:lnTo>
                        <a:pt x="10730" y="4621"/>
                      </a:lnTo>
                      <a:lnTo>
                        <a:pt x="14955" y="365"/>
                      </a:lnTo>
                      <a:lnTo>
                        <a:pt x="26749" y="365"/>
                      </a:lnTo>
                      <a:lnTo>
                        <a:pt x="2674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1" name="Google Shape;361;p14"/>
                <p:cNvSpPr/>
                <p:nvPr/>
              </p:nvSpPr>
              <p:spPr>
                <a:xfrm>
                  <a:off x="1606008" y="1582220"/>
                  <a:ext cx="118575" cy="11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43" h="4743" fill="none" extrusionOk="0">
                      <a:moveTo>
                        <a:pt x="4742" y="2037"/>
                      </a:moveTo>
                      <a:cubicBezTo>
                        <a:pt x="4742" y="3830"/>
                        <a:pt x="2554" y="4742"/>
                        <a:pt x="1277" y="3466"/>
                      </a:cubicBezTo>
                      <a:cubicBezTo>
                        <a:pt x="1" y="2189"/>
                        <a:pt x="912" y="31"/>
                        <a:pt x="2706" y="1"/>
                      </a:cubicBezTo>
                      <a:cubicBezTo>
                        <a:pt x="3830" y="1"/>
                        <a:pt x="4742" y="912"/>
                        <a:pt x="4742" y="2037"/>
                      </a:cubicBezTo>
                      <a:close/>
                    </a:path>
                  </a:pathLst>
                </a:custGeom>
                <a:noFill/>
                <a:ln w="28575" cap="flat" cmpd="sng">
                  <a:solidFill>
                    <a:schemeClr val="dk1"/>
                  </a:solidFill>
                  <a:prstDash val="solid"/>
                  <a:miter lim="3039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62" name="Google Shape;362;p14"/>
              <p:cNvGrpSpPr/>
              <p:nvPr/>
            </p:nvGrpSpPr>
            <p:grpSpPr>
              <a:xfrm>
                <a:off x="-565732" y="1759770"/>
                <a:ext cx="1948882" cy="441085"/>
                <a:chOff x="-565732" y="1759770"/>
                <a:chExt cx="1948882" cy="441085"/>
              </a:xfrm>
            </p:grpSpPr>
            <p:sp>
              <p:nvSpPr>
                <p:cNvPr id="363" name="Google Shape;363;p14"/>
                <p:cNvSpPr/>
                <p:nvPr/>
              </p:nvSpPr>
              <p:spPr>
                <a:xfrm>
                  <a:off x="-565732" y="1805281"/>
                  <a:ext cx="1862289" cy="3955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15" h="4804" extrusionOk="0">
                      <a:moveTo>
                        <a:pt x="15867" y="1"/>
                      </a:moveTo>
                      <a:lnTo>
                        <a:pt x="15806" y="61"/>
                      </a:lnTo>
                      <a:cubicBezTo>
                        <a:pt x="14864" y="973"/>
                        <a:pt x="13922" y="1946"/>
                        <a:pt x="12980" y="2858"/>
                      </a:cubicBezTo>
                      <a:lnTo>
                        <a:pt x="11460" y="4408"/>
                      </a:lnTo>
                      <a:lnTo>
                        <a:pt x="11429" y="4438"/>
                      </a:lnTo>
                      <a:lnTo>
                        <a:pt x="1" y="4438"/>
                      </a:lnTo>
                      <a:lnTo>
                        <a:pt x="1" y="4803"/>
                      </a:lnTo>
                      <a:lnTo>
                        <a:pt x="11581" y="4803"/>
                      </a:lnTo>
                      <a:lnTo>
                        <a:pt x="11612" y="4773"/>
                      </a:lnTo>
                      <a:cubicBezTo>
                        <a:pt x="11642" y="4742"/>
                        <a:pt x="11672" y="4712"/>
                        <a:pt x="11703" y="4681"/>
                      </a:cubicBezTo>
                      <a:lnTo>
                        <a:pt x="11733" y="4681"/>
                      </a:lnTo>
                      <a:lnTo>
                        <a:pt x="13283" y="3131"/>
                      </a:lnTo>
                      <a:cubicBezTo>
                        <a:pt x="14165" y="2219"/>
                        <a:pt x="15107" y="1277"/>
                        <a:pt x="16049" y="365"/>
                      </a:cubicBezTo>
                      <a:lnTo>
                        <a:pt x="22615" y="365"/>
                      </a:lnTo>
                      <a:lnTo>
                        <a:pt x="2261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4" name="Google Shape;364;p14"/>
                <p:cNvSpPr/>
                <p:nvPr/>
              </p:nvSpPr>
              <p:spPr>
                <a:xfrm>
                  <a:off x="1264575" y="1759770"/>
                  <a:ext cx="118575" cy="11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43" h="4743" fill="none" extrusionOk="0">
                      <a:moveTo>
                        <a:pt x="4742" y="2037"/>
                      </a:moveTo>
                      <a:cubicBezTo>
                        <a:pt x="4742" y="3830"/>
                        <a:pt x="2554" y="4742"/>
                        <a:pt x="1277" y="3466"/>
                      </a:cubicBezTo>
                      <a:cubicBezTo>
                        <a:pt x="1" y="2189"/>
                        <a:pt x="912" y="31"/>
                        <a:pt x="2706" y="1"/>
                      </a:cubicBezTo>
                      <a:cubicBezTo>
                        <a:pt x="3830" y="1"/>
                        <a:pt x="4742" y="912"/>
                        <a:pt x="4742" y="2037"/>
                      </a:cubicBezTo>
                      <a:close/>
                    </a:path>
                  </a:pathLst>
                </a:custGeom>
                <a:noFill/>
                <a:ln w="28575" cap="flat" cmpd="sng">
                  <a:solidFill>
                    <a:schemeClr val="dk1"/>
                  </a:solidFill>
                  <a:prstDash val="solid"/>
                  <a:miter lim="3039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65" name="Google Shape;365;p14"/>
              <p:cNvGrpSpPr/>
              <p:nvPr/>
            </p:nvGrpSpPr>
            <p:grpSpPr>
              <a:xfrm>
                <a:off x="-390503" y="2295383"/>
                <a:ext cx="1572778" cy="118575"/>
                <a:chOff x="-390503" y="2295383"/>
                <a:chExt cx="1572778" cy="118575"/>
              </a:xfrm>
            </p:grpSpPr>
            <p:sp>
              <p:nvSpPr>
                <p:cNvPr id="366" name="Google Shape;366;p14"/>
                <p:cNvSpPr/>
                <p:nvPr/>
              </p:nvSpPr>
              <p:spPr>
                <a:xfrm>
                  <a:off x="-390503" y="2338374"/>
                  <a:ext cx="1474350" cy="326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04" h="396" extrusionOk="0">
                      <a:moveTo>
                        <a:pt x="0" y="1"/>
                      </a:moveTo>
                      <a:lnTo>
                        <a:pt x="0" y="396"/>
                      </a:lnTo>
                      <a:lnTo>
                        <a:pt x="17903" y="396"/>
                      </a:lnTo>
                      <a:lnTo>
                        <a:pt x="1790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7" name="Google Shape;367;p14"/>
                <p:cNvSpPr/>
                <p:nvPr/>
              </p:nvSpPr>
              <p:spPr>
                <a:xfrm>
                  <a:off x="1063700" y="2295383"/>
                  <a:ext cx="118575" cy="11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43" h="4743" fill="none" extrusionOk="0">
                      <a:moveTo>
                        <a:pt x="4742" y="2037"/>
                      </a:moveTo>
                      <a:cubicBezTo>
                        <a:pt x="4742" y="3830"/>
                        <a:pt x="2554" y="4742"/>
                        <a:pt x="1277" y="3466"/>
                      </a:cubicBezTo>
                      <a:cubicBezTo>
                        <a:pt x="1" y="2189"/>
                        <a:pt x="912" y="31"/>
                        <a:pt x="2706" y="1"/>
                      </a:cubicBezTo>
                      <a:cubicBezTo>
                        <a:pt x="3830" y="1"/>
                        <a:pt x="4742" y="912"/>
                        <a:pt x="4742" y="2037"/>
                      </a:cubicBezTo>
                      <a:close/>
                    </a:path>
                  </a:pathLst>
                </a:custGeom>
                <a:noFill/>
                <a:ln w="28575" cap="flat" cmpd="sng">
                  <a:solidFill>
                    <a:schemeClr val="dk1"/>
                  </a:solidFill>
                  <a:prstDash val="solid"/>
                  <a:miter lim="3039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68" name="Google Shape;368;p14"/>
              <p:cNvGrpSpPr/>
              <p:nvPr/>
            </p:nvGrpSpPr>
            <p:grpSpPr>
              <a:xfrm>
                <a:off x="-565732" y="2666266"/>
                <a:ext cx="2239329" cy="434292"/>
                <a:chOff x="-565732" y="2666266"/>
                <a:chExt cx="2239329" cy="434292"/>
              </a:xfrm>
            </p:grpSpPr>
            <p:sp>
              <p:nvSpPr>
                <p:cNvPr id="369" name="Google Shape;369;p14"/>
                <p:cNvSpPr/>
                <p:nvPr/>
              </p:nvSpPr>
              <p:spPr>
                <a:xfrm>
                  <a:off x="-565732" y="2666266"/>
                  <a:ext cx="2165163" cy="3930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293" h="4773" extrusionOk="0">
                      <a:moveTo>
                        <a:pt x="1" y="1"/>
                      </a:moveTo>
                      <a:lnTo>
                        <a:pt x="1" y="396"/>
                      </a:lnTo>
                      <a:lnTo>
                        <a:pt x="10396" y="396"/>
                      </a:lnTo>
                      <a:lnTo>
                        <a:pt x="10457" y="457"/>
                      </a:lnTo>
                      <a:lnTo>
                        <a:pt x="14803" y="4773"/>
                      </a:lnTo>
                      <a:lnTo>
                        <a:pt x="26293" y="4773"/>
                      </a:lnTo>
                      <a:cubicBezTo>
                        <a:pt x="26171" y="4712"/>
                        <a:pt x="26050" y="4560"/>
                        <a:pt x="25928" y="4438"/>
                      </a:cubicBezTo>
                      <a:lnTo>
                        <a:pt x="14986" y="4438"/>
                      </a:lnTo>
                      <a:lnTo>
                        <a:pt x="10730" y="183"/>
                      </a:lnTo>
                      <a:cubicBezTo>
                        <a:pt x="10700" y="183"/>
                        <a:pt x="10700" y="183"/>
                        <a:pt x="10700" y="153"/>
                      </a:cubicBezTo>
                      <a:cubicBezTo>
                        <a:pt x="10639" y="92"/>
                        <a:pt x="10609" y="61"/>
                        <a:pt x="10548" y="31"/>
                      </a:cubicBezTo>
                      <a:lnTo>
                        <a:pt x="1048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0" name="Google Shape;370;p14"/>
                <p:cNvSpPr/>
                <p:nvPr/>
              </p:nvSpPr>
              <p:spPr>
                <a:xfrm>
                  <a:off x="1555022" y="2981983"/>
                  <a:ext cx="118575" cy="11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43" h="4743" fill="none" extrusionOk="0">
                      <a:moveTo>
                        <a:pt x="4742" y="2037"/>
                      </a:moveTo>
                      <a:cubicBezTo>
                        <a:pt x="4742" y="3830"/>
                        <a:pt x="2554" y="4742"/>
                        <a:pt x="1277" y="3466"/>
                      </a:cubicBezTo>
                      <a:cubicBezTo>
                        <a:pt x="1" y="2189"/>
                        <a:pt x="912" y="31"/>
                        <a:pt x="2706" y="1"/>
                      </a:cubicBezTo>
                      <a:cubicBezTo>
                        <a:pt x="3830" y="1"/>
                        <a:pt x="4742" y="912"/>
                        <a:pt x="4742" y="2037"/>
                      </a:cubicBezTo>
                      <a:close/>
                    </a:path>
                  </a:pathLst>
                </a:custGeom>
                <a:noFill/>
                <a:ln w="28575" cap="flat" cmpd="sng">
                  <a:solidFill>
                    <a:schemeClr val="dk1"/>
                  </a:solidFill>
                  <a:prstDash val="solid"/>
                  <a:miter lim="3039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371" name="Google Shape;371;p14"/>
          <p:cNvGrpSpPr/>
          <p:nvPr/>
        </p:nvGrpSpPr>
        <p:grpSpPr>
          <a:xfrm rot="10800000" flipH="1">
            <a:off x="3897588" y="4408140"/>
            <a:ext cx="482550" cy="1505350"/>
            <a:chOff x="3121150" y="-443725"/>
            <a:chExt cx="482550" cy="1505350"/>
          </a:xfrm>
        </p:grpSpPr>
        <p:sp>
          <p:nvSpPr>
            <p:cNvPr id="372" name="Google Shape;372;p14"/>
            <p:cNvSpPr/>
            <p:nvPr/>
          </p:nvSpPr>
          <p:spPr>
            <a:xfrm>
              <a:off x="3121150" y="-443725"/>
              <a:ext cx="427075" cy="1386800"/>
            </a:xfrm>
            <a:custGeom>
              <a:avLst/>
              <a:gdLst/>
              <a:ahLst/>
              <a:cxnLst/>
              <a:rect l="l" t="t" r="r" b="b"/>
              <a:pathLst>
                <a:path w="17083" h="55472" fill="none" extrusionOk="0">
                  <a:moveTo>
                    <a:pt x="17083" y="55472"/>
                  </a:moveTo>
                  <a:lnTo>
                    <a:pt x="17083" y="40669"/>
                  </a:lnTo>
                  <a:lnTo>
                    <a:pt x="0" y="40669"/>
                  </a:ln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4"/>
            <p:cNvSpPr/>
            <p:nvPr/>
          </p:nvSpPr>
          <p:spPr>
            <a:xfrm>
              <a:off x="3485125" y="943825"/>
              <a:ext cx="118575" cy="117800"/>
            </a:xfrm>
            <a:custGeom>
              <a:avLst/>
              <a:gdLst/>
              <a:ahLst/>
              <a:cxnLst/>
              <a:rect l="l" t="t" r="r" b="b"/>
              <a:pathLst>
                <a:path w="4743" h="4712" fill="none" extrusionOk="0">
                  <a:moveTo>
                    <a:pt x="4743" y="2006"/>
                  </a:moveTo>
                  <a:cubicBezTo>
                    <a:pt x="4743" y="3830"/>
                    <a:pt x="2554" y="4712"/>
                    <a:pt x="1277" y="3465"/>
                  </a:cubicBezTo>
                  <a:cubicBezTo>
                    <a:pt x="1" y="2189"/>
                    <a:pt x="913" y="0"/>
                    <a:pt x="2706" y="0"/>
                  </a:cubicBezTo>
                  <a:cubicBezTo>
                    <a:pt x="3831" y="0"/>
                    <a:pt x="4743" y="912"/>
                    <a:pt x="4743" y="2006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4" name="Google Shape;374;p14"/>
          <p:cNvGrpSpPr/>
          <p:nvPr/>
        </p:nvGrpSpPr>
        <p:grpSpPr>
          <a:xfrm rot="10800000" flipH="1">
            <a:off x="2766863" y="4835190"/>
            <a:ext cx="929375" cy="1078300"/>
            <a:chOff x="1990425" y="-443725"/>
            <a:chExt cx="929375" cy="1078300"/>
          </a:xfrm>
        </p:grpSpPr>
        <p:sp>
          <p:nvSpPr>
            <p:cNvPr id="375" name="Google Shape;375;p14"/>
            <p:cNvSpPr/>
            <p:nvPr/>
          </p:nvSpPr>
          <p:spPr>
            <a:xfrm>
              <a:off x="1990425" y="-443725"/>
              <a:ext cx="826800" cy="1006875"/>
            </a:xfrm>
            <a:custGeom>
              <a:avLst/>
              <a:gdLst/>
              <a:ahLst/>
              <a:cxnLst/>
              <a:rect l="l" t="t" r="r" b="b"/>
              <a:pathLst>
                <a:path w="33072" h="40275" fill="none" extrusionOk="0">
                  <a:moveTo>
                    <a:pt x="33071" y="40274"/>
                  </a:moveTo>
                  <a:lnTo>
                    <a:pt x="0" y="40274"/>
                  </a:ln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14"/>
            <p:cNvSpPr/>
            <p:nvPr/>
          </p:nvSpPr>
          <p:spPr>
            <a:xfrm>
              <a:off x="2801225" y="516000"/>
              <a:ext cx="118575" cy="118575"/>
            </a:xfrm>
            <a:custGeom>
              <a:avLst/>
              <a:gdLst/>
              <a:ahLst/>
              <a:cxnLst/>
              <a:rect l="l" t="t" r="r" b="b"/>
              <a:pathLst>
                <a:path w="4743" h="4743" fill="none" extrusionOk="0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3" y="31"/>
                    <a:pt x="2706" y="31"/>
                  </a:cubicBezTo>
                  <a:cubicBezTo>
                    <a:pt x="3831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7" name="Google Shape;377;p14"/>
          <p:cNvGrpSpPr/>
          <p:nvPr/>
        </p:nvGrpSpPr>
        <p:grpSpPr>
          <a:xfrm rot="10800000" flipH="1">
            <a:off x="2063963" y="4474240"/>
            <a:ext cx="1138350" cy="1439250"/>
            <a:chOff x="1287525" y="-443725"/>
            <a:chExt cx="1138350" cy="1439250"/>
          </a:xfrm>
        </p:grpSpPr>
        <p:sp>
          <p:nvSpPr>
            <p:cNvPr id="378" name="Google Shape;378;p14"/>
            <p:cNvSpPr/>
            <p:nvPr/>
          </p:nvSpPr>
          <p:spPr>
            <a:xfrm>
              <a:off x="1287525" y="-443725"/>
              <a:ext cx="1082875" cy="1320700"/>
            </a:xfrm>
            <a:custGeom>
              <a:avLst/>
              <a:gdLst/>
              <a:ahLst/>
              <a:cxnLst/>
              <a:rect l="l" t="t" r="r" b="b"/>
              <a:pathLst>
                <a:path w="43315" h="52828" fill="none" extrusionOk="0">
                  <a:moveTo>
                    <a:pt x="43314" y="52828"/>
                  </a:moveTo>
                  <a:lnTo>
                    <a:pt x="43314" y="25836"/>
                  </a:lnTo>
                  <a:lnTo>
                    <a:pt x="0" y="25836"/>
                  </a:ln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14"/>
            <p:cNvSpPr/>
            <p:nvPr/>
          </p:nvSpPr>
          <p:spPr>
            <a:xfrm>
              <a:off x="2307300" y="876950"/>
              <a:ext cx="118575" cy="118575"/>
            </a:xfrm>
            <a:custGeom>
              <a:avLst/>
              <a:gdLst/>
              <a:ahLst/>
              <a:cxnLst/>
              <a:rect l="l" t="t" r="r" b="b"/>
              <a:pathLst>
                <a:path w="4743" h="4743" fill="none" extrusionOk="0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0" name="Google Shape;380;p14"/>
          <p:cNvGrpSpPr/>
          <p:nvPr/>
        </p:nvGrpSpPr>
        <p:grpSpPr>
          <a:xfrm rot="10800000" flipH="1">
            <a:off x="4772213" y="4408140"/>
            <a:ext cx="474200" cy="1505350"/>
            <a:chOff x="3995775" y="-443725"/>
            <a:chExt cx="474200" cy="1505350"/>
          </a:xfrm>
        </p:grpSpPr>
        <p:sp>
          <p:nvSpPr>
            <p:cNvPr id="381" name="Google Shape;381;p14"/>
            <p:cNvSpPr/>
            <p:nvPr/>
          </p:nvSpPr>
          <p:spPr>
            <a:xfrm>
              <a:off x="4042125" y="-443725"/>
              <a:ext cx="427850" cy="1386800"/>
            </a:xfrm>
            <a:custGeom>
              <a:avLst/>
              <a:gdLst/>
              <a:ahLst/>
              <a:cxnLst/>
              <a:rect l="l" t="t" r="r" b="b"/>
              <a:pathLst>
                <a:path w="17114" h="55472" fill="none" extrusionOk="0">
                  <a:moveTo>
                    <a:pt x="1" y="55472"/>
                  </a:moveTo>
                  <a:lnTo>
                    <a:pt x="1" y="40669"/>
                  </a:lnTo>
                  <a:lnTo>
                    <a:pt x="17114" y="40669"/>
                  </a:lnTo>
                  <a:lnTo>
                    <a:pt x="17114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14"/>
            <p:cNvSpPr/>
            <p:nvPr/>
          </p:nvSpPr>
          <p:spPr>
            <a:xfrm>
              <a:off x="3995775" y="943825"/>
              <a:ext cx="117825" cy="117800"/>
            </a:xfrm>
            <a:custGeom>
              <a:avLst/>
              <a:gdLst/>
              <a:ahLst/>
              <a:cxnLst/>
              <a:rect l="l" t="t" r="r" b="b"/>
              <a:pathLst>
                <a:path w="4713" h="4712" fill="none" extrusionOk="0">
                  <a:moveTo>
                    <a:pt x="1" y="2006"/>
                  </a:moveTo>
                  <a:cubicBezTo>
                    <a:pt x="1" y="3830"/>
                    <a:pt x="2159" y="4712"/>
                    <a:pt x="3435" y="3465"/>
                  </a:cubicBezTo>
                  <a:cubicBezTo>
                    <a:pt x="4712" y="2189"/>
                    <a:pt x="3800" y="0"/>
                    <a:pt x="2007" y="0"/>
                  </a:cubicBezTo>
                  <a:cubicBezTo>
                    <a:pt x="882" y="0"/>
                    <a:pt x="1" y="912"/>
                    <a:pt x="1" y="2006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3" name="Google Shape;383;p14"/>
          <p:cNvGrpSpPr/>
          <p:nvPr/>
        </p:nvGrpSpPr>
        <p:grpSpPr>
          <a:xfrm rot="10800000" flipH="1">
            <a:off x="5456113" y="4835190"/>
            <a:ext cx="920275" cy="1078300"/>
            <a:chOff x="4679675" y="-443725"/>
            <a:chExt cx="920275" cy="1078300"/>
          </a:xfrm>
        </p:grpSpPr>
        <p:sp>
          <p:nvSpPr>
            <p:cNvPr id="384" name="Google Shape;384;p14"/>
            <p:cNvSpPr/>
            <p:nvPr/>
          </p:nvSpPr>
          <p:spPr>
            <a:xfrm>
              <a:off x="4783025" y="-443725"/>
              <a:ext cx="816925" cy="1006875"/>
            </a:xfrm>
            <a:custGeom>
              <a:avLst/>
              <a:gdLst/>
              <a:ahLst/>
              <a:cxnLst/>
              <a:rect l="l" t="t" r="r" b="b"/>
              <a:pathLst>
                <a:path w="32677" h="40275" fill="none" extrusionOk="0">
                  <a:moveTo>
                    <a:pt x="1" y="40274"/>
                  </a:moveTo>
                  <a:lnTo>
                    <a:pt x="32676" y="40274"/>
                  </a:lnTo>
                  <a:lnTo>
                    <a:pt x="32676" y="0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14"/>
            <p:cNvSpPr/>
            <p:nvPr/>
          </p:nvSpPr>
          <p:spPr>
            <a:xfrm>
              <a:off x="4679675" y="516000"/>
              <a:ext cx="117825" cy="118575"/>
            </a:xfrm>
            <a:custGeom>
              <a:avLst/>
              <a:gdLst/>
              <a:ahLst/>
              <a:cxnLst/>
              <a:rect l="l" t="t" r="r" b="b"/>
              <a:pathLst>
                <a:path w="4713" h="4743" fill="none" extrusionOk="0">
                  <a:moveTo>
                    <a:pt x="1" y="2037"/>
                  </a:moveTo>
                  <a:cubicBezTo>
                    <a:pt x="1" y="3830"/>
                    <a:pt x="2159" y="4742"/>
                    <a:pt x="3436" y="3466"/>
                  </a:cubicBezTo>
                  <a:cubicBezTo>
                    <a:pt x="4712" y="2189"/>
                    <a:pt x="3800" y="1"/>
                    <a:pt x="2007" y="31"/>
                  </a:cubicBezTo>
                  <a:cubicBezTo>
                    <a:pt x="882" y="31"/>
                    <a:pt x="1" y="912"/>
                    <a:pt x="1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6" name="Google Shape;386;p14"/>
          <p:cNvGrpSpPr/>
          <p:nvPr/>
        </p:nvGrpSpPr>
        <p:grpSpPr>
          <a:xfrm rot="10800000" flipH="1">
            <a:off x="5950063" y="4474240"/>
            <a:ext cx="1129225" cy="1439250"/>
            <a:chOff x="5173625" y="-443725"/>
            <a:chExt cx="1129225" cy="1439250"/>
          </a:xfrm>
        </p:grpSpPr>
        <p:sp>
          <p:nvSpPr>
            <p:cNvPr id="387" name="Google Shape;387;p14"/>
            <p:cNvSpPr/>
            <p:nvPr/>
          </p:nvSpPr>
          <p:spPr>
            <a:xfrm>
              <a:off x="5219975" y="-443725"/>
              <a:ext cx="1082875" cy="1320700"/>
            </a:xfrm>
            <a:custGeom>
              <a:avLst/>
              <a:gdLst/>
              <a:ahLst/>
              <a:cxnLst/>
              <a:rect l="l" t="t" r="r" b="b"/>
              <a:pathLst>
                <a:path w="43315" h="52828" fill="none" extrusionOk="0">
                  <a:moveTo>
                    <a:pt x="0" y="52828"/>
                  </a:moveTo>
                  <a:lnTo>
                    <a:pt x="0" y="25836"/>
                  </a:lnTo>
                  <a:lnTo>
                    <a:pt x="43314" y="25836"/>
                  </a:lnTo>
                  <a:lnTo>
                    <a:pt x="43314" y="0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14"/>
            <p:cNvSpPr/>
            <p:nvPr/>
          </p:nvSpPr>
          <p:spPr>
            <a:xfrm>
              <a:off x="5173625" y="876950"/>
              <a:ext cx="117800" cy="118575"/>
            </a:xfrm>
            <a:custGeom>
              <a:avLst/>
              <a:gdLst/>
              <a:ahLst/>
              <a:cxnLst/>
              <a:rect l="l" t="t" r="r" b="b"/>
              <a:pathLst>
                <a:path w="4712" h="4743" fill="none" extrusionOk="0">
                  <a:moveTo>
                    <a:pt x="0" y="2037"/>
                  </a:moveTo>
                  <a:cubicBezTo>
                    <a:pt x="0" y="3830"/>
                    <a:pt x="2158" y="4742"/>
                    <a:pt x="3435" y="3466"/>
                  </a:cubicBezTo>
                  <a:cubicBezTo>
                    <a:pt x="4711" y="2189"/>
                    <a:pt x="3800" y="1"/>
                    <a:pt x="2006" y="1"/>
                  </a:cubicBezTo>
                  <a:cubicBezTo>
                    <a:pt x="882" y="31"/>
                    <a:pt x="0" y="912"/>
                    <a:pt x="0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_1"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0" name="Google Shape;390;p15"/>
          <p:cNvGrpSpPr/>
          <p:nvPr/>
        </p:nvGrpSpPr>
        <p:grpSpPr>
          <a:xfrm>
            <a:off x="7513631" y="-475160"/>
            <a:ext cx="482550" cy="1505350"/>
            <a:chOff x="3121150" y="-443725"/>
            <a:chExt cx="482550" cy="1505350"/>
          </a:xfrm>
        </p:grpSpPr>
        <p:sp>
          <p:nvSpPr>
            <p:cNvPr id="391" name="Google Shape;391;p15"/>
            <p:cNvSpPr/>
            <p:nvPr/>
          </p:nvSpPr>
          <p:spPr>
            <a:xfrm>
              <a:off x="3121150" y="-443725"/>
              <a:ext cx="427075" cy="1386800"/>
            </a:xfrm>
            <a:custGeom>
              <a:avLst/>
              <a:gdLst/>
              <a:ahLst/>
              <a:cxnLst/>
              <a:rect l="l" t="t" r="r" b="b"/>
              <a:pathLst>
                <a:path w="17083" h="55472" fill="none" extrusionOk="0">
                  <a:moveTo>
                    <a:pt x="17083" y="55472"/>
                  </a:moveTo>
                  <a:lnTo>
                    <a:pt x="17083" y="40669"/>
                  </a:lnTo>
                  <a:lnTo>
                    <a:pt x="0" y="40669"/>
                  </a:ln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15"/>
            <p:cNvSpPr/>
            <p:nvPr/>
          </p:nvSpPr>
          <p:spPr>
            <a:xfrm>
              <a:off x="3485125" y="943825"/>
              <a:ext cx="118575" cy="117800"/>
            </a:xfrm>
            <a:custGeom>
              <a:avLst/>
              <a:gdLst/>
              <a:ahLst/>
              <a:cxnLst/>
              <a:rect l="l" t="t" r="r" b="b"/>
              <a:pathLst>
                <a:path w="4743" h="4712" fill="none" extrusionOk="0">
                  <a:moveTo>
                    <a:pt x="4743" y="2006"/>
                  </a:moveTo>
                  <a:cubicBezTo>
                    <a:pt x="4743" y="3830"/>
                    <a:pt x="2554" y="4712"/>
                    <a:pt x="1277" y="3465"/>
                  </a:cubicBezTo>
                  <a:cubicBezTo>
                    <a:pt x="1" y="2189"/>
                    <a:pt x="913" y="0"/>
                    <a:pt x="2706" y="0"/>
                  </a:cubicBezTo>
                  <a:cubicBezTo>
                    <a:pt x="3831" y="0"/>
                    <a:pt x="4743" y="912"/>
                    <a:pt x="4743" y="2006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3" name="Google Shape;393;p15"/>
          <p:cNvGrpSpPr/>
          <p:nvPr/>
        </p:nvGrpSpPr>
        <p:grpSpPr>
          <a:xfrm>
            <a:off x="8388256" y="-475160"/>
            <a:ext cx="474200" cy="1505350"/>
            <a:chOff x="3995775" y="-443725"/>
            <a:chExt cx="474200" cy="1505350"/>
          </a:xfrm>
        </p:grpSpPr>
        <p:sp>
          <p:nvSpPr>
            <p:cNvPr id="394" name="Google Shape;394;p15"/>
            <p:cNvSpPr/>
            <p:nvPr/>
          </p:nvSpPr>
          <p:spPr>
            <a:xfrm>
              <a:off x="4042125" y="-443725"/>
              <a:ext cx="427850" cy="1386800"/>
            </a:xfrm>
            <a:custGeom>
              <a:avLst/>
              <a:gdLst/>
              <a:ahLst/>
              <a:cxnLst/>
              <a:rect l="l" t="t" r="r" b="b"/>
              <a:pathLst>
                <a:path w="17114" h="55472" fill="none" extrusionOk="0">
                  <a:moveTo>
                    <a:pt x="1" y="55472"/>
                  </a:moveTo>
                  <a:lnTo>
                    <a:pt x="1" y="40669"/>
                  </a:lnTo>
                  <a:lnTo>
                    <a:pt x="17114" y="40669"/>
                  </a:lnTo>
                  <a:lnTo>
                    <a:pt x="17114" y="0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5"/>
            <p:cNvSpPr/>
            <p:nvPr/>
          </p:nvSpPr>
          <p:spPr>
            <a:xfrm>
              <a:off x="3995775" y="943825"/>
              <a:ext cx="117825" cy="117800"/>
            </a:xfrm>
            <a:custGeom>
              <a:avLst/>
              <a:gdLst/>
              <a:ahLst/>
              <a:cxnLst/>
              <a:rect l="l" t="t" r="r" b="b"/>
              <a:pathLst>
                <a:path w="4713" h="4712" fill="none" extrusionOk="0">
                  <a:moveTo>
                    <a:pt x="1" y="2006"/>
                  </a:moveTo>
                  <a:cubicBezTo>
                    <a:pt x="1" y="3830"/>
                    <a:pt x="2159" y="4712"/>
                    <a:pt x="3435" y="3465"/>
                  </a:cubicBezTo>
                  <a:cubicBezTo>
                    <a:pt x="4712" y="2189"/>
                    <a:pt x="3800" y="0"/>
                    <a:pt x="2007" y="0"/>
                  </a:cubicBezTo>
                  <a:cubicBezTo>
                    <a:pt x="882" y="0"/>
                    <a:pt x="1" y="912"/>
                    <a:pt x="1" y="2006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6" name="Google Shape;396;p15"/>
          <p:cNvGrpSpPr/>
          <p:nvPr/>
        </p:nvGrpSpPr>
        <p:grpSpPr>
          <a:xfrm rot="10800000" flipH="1">
            <a:off x="119138" y="4268208"/>
            <a:ext cx="1129225" cy="1439250"/>
            <a:chOff x="5173625" y="-443725"/>
            <a:chExt cx="1129225" cy="1439250"/>
          </a:xfrm>
        </p:grpSpPr>
        <p:sp>
          <p:nvSpPr>
            <p:cNvPr id="397" name="Google Shape;397;p15"/>
            <p:cNvSpPr/>
            <p:nvPr/>
          </p:nvSpPr>
          <p:spPr>
            <a:xfrm>
              <a:off x="5219975" y="-443725"/>
              <a:ext cx="1082875" cy="1320700"/>
            </a:xfrm>
            <a:custGeom>
              <a:avLst/>
              <a:gdLst/>
              <a:ahLst/>
              <a:cxnLst/>
              <a:rect l="l" t="t" r="r" b="b"/>
              <a:pathLst>
                <a:path w="43315" h="52828" fill="none" extrusionOk="0">
                  <a:moveTo>
                    <a:pt x="0" y="52828"/>
                  </a:moveTo>
                  <a:lnTo>
                    <a:pt x="0" y="25836"/>
                  </a:lnTo>
                  <a:lnTo>
                    <a:pt x="43314" y="25836"/>
                  </a:lnTo>
                  <a:lnTo>
                    <a:pt x="43314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5"/>
            <p:cNvSpPr/>
            <p:nvPr/>
          </p:nvSpPr>
          <p:spPr>
            <a:xfrm>
              <a:off x="5173625" y="876950"/>
              <a:ext cx="117800" cy="118575"/>
            </a:xfrm>
            <a:custGeom>
              <a:avLst/>
              <a:gdLst/>
              <a:ahLst/>
              <a:cxnLst/>
              <a:rect l="l" t="t" r="r" b="b"/>
              <a:pathLst>
                <a:path w="4712" h="4743" fill="none" extrusionOk="0">
                  <a:moveTo>
                    <a:pt x="0" y="2037"/>
                  </a:moveTo>
                  <a:cubicBezTo>
                    <a:pt x="0" y="3830"/>
                    <a:pt x="2158" y="4742"/>
                    <a:pt x="3435" y="3466"/>
                  </a:cubicBezTo>
                  <a:cubicBezTo>
                    <a:pt x="4711" y="2189"/>
                    <a:pt x="3800" y="1"/>
                    <a:pt x="2006" y="1"/>
                  </a:cubicBezTo>
                  <a:cubicBezTo>
                    <a:pt x="882" y="31"/>
                    <a:pt x="0" y="912"/>
                    <a:pt x="0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9" name="Google Shape;399;p15"/>
          <p:cNvGrpSpPr/>
          <p:nvPr/>
        </p:nvGrpSpPr>
        <p:grpSpPr>
          <a:xfrm rot="10800000">
            <a:off x="713779" y="4534879"/>
            <a:ext cx="920275" cy="1078300"/>
            <a:chOff x="4679675" y="-443725"/>
            <a:chExt cx="920275" cy="1078300"/>
          </a:xfrm>
        </p:grpSpPr>
        <p:sp>
          <p:nvSpPr>
            <p:cNvPr id="400" name="Google Shape;400;p15"/>
            <p:cNvSpPr/>
            <p:nvPr/>
          </p:nvSpPr>
          <p:spPr>
            <a:xfrm>
              <a:off x="4783025" y="-443725"/>
              <a:ext cx="816925" cy="1006875"/>
            </a:xfrm>
            <a:custGeom>
              <a:avLst/>
              <a:gdLst/>
              <a:ahLst/>
              <a:cxnLst/>
              <a:rect l="l" t="t" r="r" b="b"/>
              <a:pathLst>
                <a:path w="32677" h="40275" fill="none" extrusionOk="0">
                  <a:moveTo>
                    <a:pt x="1" y="40274"/>
                  </a:moveTo>
                  <a:lnTo>
                    <a:pt x="32676" y="40274"/>
                  </a:lnTo>
                  <a:lnTo>
                    <a:pt x="32676" y="0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15"/>
            <p:cNvSpPr/>
            <p:nvPr/>
          </p:nvSpPr>
          <p:spPr>
            <a:xfrm>
              <a:off x="4679675" y="516000"/>
              <a:ext cx="117825" cy="118575"/>
            </a:xfrm>
            <a:custGeom>
              <a:avLst/>
              <a:gdLst/>
              <a:ahLst/>
              <a:cxnLst/>
              <a:rect l="l" t="t" r="r" b="b"/>
              <a:pathLst>
                <a:path w="4713" h="4743" fill="none" extrusionOk="0">
                  <a:moveTo>
                    <a:pt x="1" y="2037"/>
                  </a:moveTo>
                  <a:cubicBezTo>
                    <a:pt x="1" y="3830"/>
                    <a:pt x="2159" y="4742"/>
                    <a:pt x="3436" y="3466"/>
                  </a:cubicBezTo>
                  <a:cubicBezTo>
                    <a:pt x="4712" y="2189"/>
                    <a:pt x="3800" y="1"/>
                    <a:pt x="2007" y="31"/>
                  </a:cubicBezTo>
                  <a:cubicBezTo>
                    <a:pt x="882" y="31"/>
                    <a:pt x="1" y="912"/>
                    <a:pt x="1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2" name="Google Shape;402;p15"/>
          <p:cNvGrpSpPr/>
          <p:nvPr/>
        </p:nvGrpSpPr>
        <p:grpSpPr>
          <a:xfrm>
            <a:off x="1050348" y="-469529"/>
            <a:ext cx="1195349" cy="1078296"/>
            <a:chOff x="4404625" y="-443721"/>
            <a:chExt cx="1195349" cy="1078296"/>
          </a:xfrm>
        </p:grpSpPr>
        <p:sp>
          <p:nvSpPr>
            <p:cNvPr id="403" name="Google Shape;403;p15"/>
            <p:cNvSpPr/>
            <p:nvPr/>
          </p:nvSpPr>
          <p:spPr>
            <a:xfrm>
              <a:off x="4501128" y="-443721"/>
              <a:ext cx="1098846" cy="1006875"/>
            </a:xfrm>
            <a:custGeom>
              <a:avLst/>
              <a:gdLst/>
              <a:ahLst/>
              <a:cxnLst/>
              <a:rect l="l" t="t" r="r" b="b"/>
              <a:pathLst>
                <a:path w="32677" h="40275" fill="none" extrusionOk="0">
                  <a:moveTo>
                    <a:pt x="1" y="40274"/>
                  </a:moveTo>
                  <a:lnTo>
                    <a:pt x="32676" y="40274"/>
                  </a:lnTo>
                  <a:lnTo>
                    <a:pt x="32676" y="0"/>
                  </a:lnTo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accen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15"/>
            <p:cNvSpPr/>
            <p:nvPr/>
          </p:nvSpPr>
          <p:spPr>
            <a:xfrm>
              <a:off x="4404625" y="516000"/>
              <a:ext cx="117825" cy="118575"/>
            </a:xfrm>
            <a:custGeom>
              <a:avLst/>
              <a:gdLst/>
              <a:ahLst/>
              <a:cxnLst/>
              <a:rect l="l" t="t" r="r" b="b"/>
              <a:pathLst>
                <a:path w="4713" h="4743" fill="none" extrusionOk="0">
                  <a:moveTo>
                    <a:pt x="1" y="2037"/>
                  </a:moveTo>
                  <a:cubicBezTo>
                    <a:pt x="1" y="3830"/>
                    <a:pt x="2159" y="4742"/>
                    <a:pt x="3436" y="3466"/>
                  </a:cubicBezTo>
                  <a:cubicBezTo>
                    <a:pt x="4712" y="2189"/>
                    <a:pt x="3800" y="1"/>
                    <a:pt x="2007" y="31"/>
                  </a:cubicBezTo>
                  <a:cubicBezTo>
                    <a:pt x="882" y="31"/>
                    <a:pt x="1" y="912"/>
                    <a:pt x="1" y="2037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accen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5" name="Google Shape;405;p15"/>
          <p:cNvGrpSpPr/>
          <p:nvPr/>
        </p:nvGrpSpPr>
        <p:grpSpPr>
          <a:xfrm rot="-5400000">
            <a:off x="-393663" y="-505555"/>
            <a:ext cx="2181860" cy="892524"/>
            <a:chOff x="6525475" y="148600"/>
            <a:chExt cx="2808779" cy="1148975"/>
          </a:xfrm>
        </p:grpSpPr>
        <p:sp>
          <p:nvSpPr>
            <p:cNvPr id="406" name="Google Shape;406;p15"/>
            <p:cNvSpPr/>
            <p:nvPr/>
          </p:nvSpPr>
          <p:spPr>
            <a:xfrm>
              <a:off x="6629575" y="195700"/>
              <a:ext cx="2704679" cy="1101875"/>
            </a:xfrm>
            <a:custGeom>
              <a:avLst/>
              <a:gdLst/>
              <a:ahLst/>
              <a:cxnLst/>
              <a:rect l="l" t="t" r="r" b="b"/>
              <a:pathLst>
                <a:path w="50914" h="44075" fill="none" extrusionOk="0">
                  <a:moveTo>
                    <a:pt x="50913" y="44074"/>
                  </a:moveTo>
                  <a:lnTo>
                    <a:pt x="25442" y="44074"/>
                  </a:lnTo>
                  <a:lnTo>
                    <a:pt x="25442" y="1"/>
                  </a:lnTo>
                  <a:lnTo>
                    <a:pt x="1" y="1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5"/>
            <p:cNvSpPr/>
            <p:nvPr/>
          </p:nvSpPr>
          <p:spPr>
            <a:xfrm>
              <a:off x="6525475" y="148600"/>
              <a:ext cx="118575" cy="118550"/>
            </a:xfrm>
            <a:custGeom>
              <a:avLst/>
              <a:gdLst/>
              <a:ahLst/>
              <a:cxnLst/>
              <a:rect l="l" t="t" r="r" b="b"/>
              <a:pathLst>
                <a:path w="4743" h="4742" fill="none" extrusionOk="0">
                  <a:moveTo>
                    <a:pt x="0" y="2037"/>
                  </a:moveTo>
                  <a:cubicBezTo>
                    <a:pt x="0" y="3830"/>
                    <a:pt x="2189" y="4742"/>
                    <a:pt x="3465" y="3465"/>
                  </a:cubicBezTo>
                  <a:cubicBezTo>
                    <a:pt x="4742" y="2189"/>
                    <a:pt x="3830" y="0"/>
                    <a:pt x="2037" y="30"/>
                  </a:cubicBezTo>
                  <a:cubicBezTo>
                    <a:pt x="912" y="30"/>
                    <a:pt x="0" y="912"/>
                    <a:pt x="0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8" name="Google Shape;408;p15"/>
          <p:cNvGrpSpPr/>
          <p:nvPr/>
        </p:nvGrpSpPr>
        <p:grpSpPr>
          <a:xfrm rot="-5400000">
            <a:off x="29766" y="-247490"/>
            <a:ext cx="2181860" cy="892524"/>
            <a:chOff x="6525475" y="148600"/>
            <a:chExt cx="2808779" cy="1148975"/>
          </a:xfrm>
        </p:grpSpPr>
        <p:sp>
          <p:nvSpPr>
            <p:cNvPr id="409" name="Google Shape;409;p15"/>
            <p:cNvSpPr/>
            <p:nvPr/>
          </p:nvSpPr>
          <p:spPr>
            <a:xfrm>
              <a:off x="6629575" y="195700"/>
              <a:ext cx="2704679" cy="1101875"/>
            </a:xfrm>
            <a:custGeom>
              <a:avLst/>
              <a:gdLst/>
              <a:ahLst/>
              <a:cxnLst/>
              <a:rect l="l" t="t" r="r" b="b"/>
              <a:pathLst>
                <a:path w="50914" h="44075" fill="none" extrusionOk="0">
                  <a:moveTo>
                    <a:pt x="50913" y="44074"/>
                  </a:moveTo>
                  <a:lnTo>
                    <a:pt x="25442" y="44074"/>
                  </a:lnTo>
                  <a:lnTo>
                    <a:pt x="25442" y="1"/>
                  </a:lnTo>
                  <a:lnTo>
                    <a:pt x="1" y="1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15"/>
            <p:cNvSpPr/>
            <p:nvPr/>
          </p:nvSpPr>
          <p:spPr>
            <a:xfrm>
              <a:off x="6525475" y="148600"/>
              <a:ext cx="118575" cy="118550"/>
            </a:xfrm>
            <a:custGeom>
              <a:avLst/>
              <a:gdLst/>
              <a:ahLst/>
              <a:cxnLst/>
              <a:rect l="l" t="t" r="r" b="b"/>
              <a:pathLst>
                <a:path w="4743" h="4742" fill="none" extrusionOk="0">
                  <a:moveTo>
                    <a:pt x="0" y="2037"/>
                  </a:moveTo>
                  <a:cubicBezTo>
                    <a:pt x="0" y="3830"/>
                    <a:pt x="2189" y="4742"/>
                    <a:pt x="3465" y="3465"/>
                  </a:cubicBezTo>
                  <a:cubicBezTo>
                    <a:pt x="4742" y="2189"/>
                    <a:pt x="3830" y="0"/>
                    <a:pt x="2037" y="30"/>
                  </a:cubicBezTo>
                  <a:cubicBezTo>
                    <a:pt x="912" y="30"/>
                    <a:pt x="0" y="912"/>
                    <a:pt x="0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1" name="Google Shape;411;p15"/>
          <p:cNvGrpSpPr/>
          <p:nvPr/>
        </p:nvGrpSpPr>
        <p:grpSpPr>
          <a:xfrm rot="10800000">
            <a:off x="7892346" y="4268208"/>
            <a:ext cx="1129225" cy="1439250"/>
            <a:chOff x="5173625" y="-443725"/>
            <a:chExt cx="1129225" cy="1439250"/>
          </a:xfrm>
        </p:grpSpPr>
        <p:sp>
          <p:nvSpPr>
            <p:cNvPr id="412" name="Google Shape;412;p15"/>
            <p:cNvSpPr/>
            <p:nvPr/>
          </p:nvSpPr>
          <p:spPr>
            <a:xfrm>
              <a:off x="5219975" y="-443725"/>
              <a:ext cx="1082875" cy="1320700"/>
            </a:xfrm>
            <a:custGeom>
              <a:avLst/>
              <a:gdLst/>
              <a:ahLst/>
              <a:cxnLst/>
              <a:rect l="l" t="t" r="r" b="b"/>
              <a:pathLst>
                <a:path w="43315" h="52828" fill="none" extrusionOk="0">
                  <a:moveTo>
                    <a:pt x="0" y="52828"/>
                  </a:moveTo>
                  <a:lnTo>
                    <a:pt x="0" y="25836"/>
                  </a:lnTo>
                  <a:lnTo>
                    <a:pt x="43314" y="25836"/>
                  </a:lnTo>
                  <a:lnTo>
                    <a:pt x="43314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15"/>
            <p:cNvSpPr/>
            <p:nvPr/>
          </p:nvSpPr>
          <p:spPr>
            <a:xfrm>
              <a:off x="5173625" y="876950"/>
              <a:ext cx="117800" cy="118575"/>
            </a:xfrm>
            <a:custGeom>
              <a:avLst/>
              <a:gdLst/>
              <a:ahLst/>
              <a:cxnLst/>
              <a:rect l="l" t="t" r="r" b="b"/>
              <a:pathLst>
                <a:path w="4712" h="4743" fill="none" extrusionOk="0">
                  <a:moveTo>
                    <a:pt x="0" y="2037"/>
                  </a:moveTo>
                  <a:cubicBezTo>
                    <a:pt x="0" y="3830"/>
                    <a:pt x="2158" y="4742"/>
                    <a:pt x="3435" y="3466"/>
                  </a:cubicBezTo>
                  <a:cubicBezTo>
                    <a:pt x="4711" y="2189"/>
                    <a:pt x="3800" y="1"/>
                    <a:pt x="2006" y="1"/>
                  </a:cubicBezTo>
                  <a:cubicBezTo>
                    <a:pt x="882" y="31"/>
                    <a:pt x="0" y="912"/>
                    <a:pt x="0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4" name="Google Shape;414;p15"/>
          <p:cNvGrpSpPr/>
          <p:nvPr/>
        </p:nvGrpSpPr>
        <p:grpSpPr>
          <a:xfrm rot="10800000" flipH="1">
            <a:off x="7506654" y="4534879"/>
            <a:ext cx="920275" cy="1078300"/>
            <a:chOff x="4679675" y="-443725"/>
            <a:chExt cx="920275" cy="1078300"/>
          </a:xfrm>
        </p:grpSpPr>
        <p:sp>
          <p:nvSpPr>
            <p:cNvPr id="415" name="Google Shape;415;p15"/>
            <p:cNvSpPr/>
            <p:nvPr/>
          </p:nvSpPr>
          <p:spPr>
            <a:xfrm>
              <a:off x="4783025" y="-443725"/>
              <a:ext cx="816925" cy="1006875"/>
            </a:xfrm>
            <a:custGeom>
              <a:avLst/>
              <a:gdLst/>
              <a:ahLst/>
              <a:cxnLst/>
              <a:rect l="l" t="t" r="r" b="b"/>
              <a:pathLst>
                <a:path w="32677" h="40275" fill="none" extrusionOk="0">
                  <a:moveTo>
                    <a:pt x="1" y="40274"/>
                  </a:moveTo>
                  <a:lnTo>
                    <a:pt x="32676" y="40274"/>
                  </a:lnTo>
                  <a:lnTo>
                    <a:pt x="32676" y="0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15"/>
            <p:cNvSpPr/>
            <p:nvPr/>
          </p:nvSpPr>
          <p:spPr>
            <a:xfrm>
              <a:off x="4679675" y="516000"/>
              <a:ext cx="117825" cy="118575"/>
            </a:xfrm>
            <a:custGeom>
              <a:avLst/>
              <a:gdLst/>
              <a:ahLst/>
              <a:cxnLst/>
              <a:rect l="l" t="t" r="r" b="b"/>
              <a:pathLst>
                <a:path w="4713" h="4743" fill="none" extrusionOk="0">
                  <a:moveTo>
                    <a:pt x="1" y="2037"/>
                  </a:moveTo>
                  <a:cubicBezTo>
                    <a:pt x="1" y="3830"/>
                    <a:pt x="2159" y="4742"/>
                    <a:pt x="3436" y="3466"/>
                  </a:cubicBezTo>
                  <a:cubicBezTo>
                    <a:pt x="4712" y="2189"/>
                    <a:pt x="3800" y="1"/>
                    <a:pt x="2007" y="31"/>
                  </a:cubicBezTo>
                  <a:cubicBezTo>
                    <a:pt x="882" y="31"/>
                    <a:pt x="1" y="912"/>
                    <a:pt x="1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7" name="Google Shape;417;p15"/>
          <p:cNvSpPr txBox="1">
            <a:spLocks noGrp="1"/>
          </p:cNvSpPr>
          <p:nvPr>
            <p:ph type="title"/>
          </p:nvPr>
        </p:nvSpPr>
        <p:spPr>
          <a:xfrm>
            <a:off x="720000" y="2571750"/>
            <a:ext cx="2100300" cy="37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18" name="Google Shape;418;p15"/>
          <p:cNvSpPr txBox="1">
            <a:spLocks noGrp="1"/>
          </p:cNvSpPr>
          <p:nvPr>
            <p:ph type="subTitle" idx="1"/>
          </p:nvPr>
        </p:nvSpPr>
        <p:spPr>
          <a:xfrm>
            <a:off x="720000" y="3009850"/>
            <a:ext cx="2100300" cy="66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9" name="Google Shape;419;p15"/>
          <p:cNvSpPr txBox="1">
            <a:spLocks noGrp="1"/>
          </p:cNvSpPr>
          <p:nvPr>
            <p:ph type="title" idx="2"/>
          </p:nvPr>
        </p:nvSpPr>
        <p:spPr>
          <a:xfrm>
            <a:off x="3521850" y="2571750"/>
            <a:ext cx="2100300" cy="37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20" name="Google Shape;420;p15"/>
          <p:cNvSpPr txBox="1">
            <a:spLocks noGrp="1"/>
          </p:cNvSpPr>
          <p:nvPr>
            <p:ph type="subTitle" idx="3"/>
          </p:nvPr>
        </p:nvSpPr>
        <p:spPr>
          <a:xfrm>
            <a:off x="3521850" y="3009850"/>
            <a:ext cx="2100300" cy="66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1" name="Google Shape;421;p15"/>
          <p:cNvSpPr txBox="1">
            <a:spLocks noGrp="1"/>
          </p:cNvSpPr>
          <p:nvPr>
            <p:ph type="title" idx="4"/>
          </p:nvPr>
        </p:nvSpPr>
        <p:spPr>
          <a:xfrm>
            <a:off x="6323700" y="2571750"/>
            <a:ext cx="2100300" cy="37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22" name="Google Shape;422;p15"/>
          <p:cNvSpPr txBox="1">
            <a:spLocks noGrp="1"/>
          </p:cNvSpPr>
          <p:nvPr>
            <p:ph type="subTitle" idx="5"/>
          </p:nvPr>
        </p:nvSpPr>
        <p:spPr>
          <a:xfrm>
            <a:off x="6323700" y="3009850"/>
            <a:ext cx="2100300" cy="66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3" name="Google Shape;423;p15"/>
          <p:cNvSpPr txBox="1">
            <a:spLocks noGrp="1"/>
          </p:cNvSpPr>
          <p:nvPr>
            <p:ph type="title" idx="6"/>
          </p:nvPr>
        </p:nvSpPr>
        <p:spPr>
          <a:xfrm>
            <a:off x="1485450" y="539700"/>
            <a:ext cx="6173100" cy="47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6"/>
          <p:cNvSpPr txBox="1">
            <a:spLocks noGrp="1"/>
          </p:cNvSpPr>
          <p:nvPr>
            <p:ph type="title"/>
          </p:nvPr>
        </p:nvSpPr>
        <p:spPr>
          <a:xfrm>
            <a:off x="713288" y="2910719"/>
            <a:ext cx="1743000" cy="40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26" name="Google Shape;426;p16"/>
          <p:cNvSpPr txBox="1">
            <a:spLocks noGrp="1"/>
          </p:cNvSpPr>
          <p:nvPr>
            <p:ph type="subTitle" idx="1"/>
          </p:nvPr>
        </p:nvSpPr>
        <p:spPr>
          <a:xfrm>
            <a:off x="713288" y="3349725"/>
            <a:ext cx="1743000" cy="64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7" name="Google Shape;427;p16"/>
          <p:cNvSpPr txBox="1">
            <a:spLocks noGrp="1"/>
          </p:cNvSpPr>
          <p:nvPr>
            <p:ph type="title" idx="2"/>
          </p:nvPr>
        </p:nvSpPr>
        <p:spPr>
          <a:xfrm>
            <a:off x="2704760" y="2910719"/>
            <a:ext cx="1743000" cy="40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28" name="Google Shape;428;p16"/>
          <p:cNvSpPr txBox="1">
            <a:spLocks noGrp="1"/>
          </p:cNvSpPr>
          <p:nvPr>
            <p:ph type="subTitle" idx="3"/>
          </p:nvPr>
        </p:nvSpPr>
        <p:spPr>
          <a:xfrm>
            <a:off x="2704760" y="3349725"/>
            <a:ext cx="1743000" cy="64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9" name="Google Shape;429;p16"/>
          <p:cNvSpPr txBox="1">
            <a:spLocks noGrp="1"/>
          </p:cNvSpPr>
          <p:nvPr>
            <p:ph type="title" idx="4"/>
          </p:nvPr>
        </p:nvSpPr>
        <p:spPr>
          <a:xfrm>
            <a:off x="6687713" y="2910719"/>
            <a:ext cx="1743000" cy="40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30" name="Google Shape;430;p16"/>
          <p:cNvSpPr txBox="1">
            <a:spLocks noGrp="1"/>
          </p:cNvSpPr>
          <p:nvPr>
            <p:ph type="subTitle" idx="5"/>
          </p:nvPr>
        </p:nvSpPr>
        <p:spPr>
          <a:xfrm>
            <a:off x="6687713" y="3349725"/>
            <a:ext cx="1743000" cy="64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1" name="Google Shape;431;p16"/>
          <p:cNvSpPr txBox="1">
            <a:spLocks noGrp="1"/>
          </p:cNvSpPr>
          <p:nvPr>
            <p:ph type="title" idx="6"/>
          </p:nvPr>
        </p:nvSpPr>
        <p:spPr>
          <a:xfrm>
            <a:off x="4696235" y="2910719"/>
            <a:ext cx="1743000" cy="40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32" name="Google Shape;432;p16"/>
          <p:cNvSpPr txBox="1">
            <a:spLocks noGrp="1"/>
          </p:cNvSpPr>
          <p:nvPr>
            <p:ph type="subTitle" idx="7"/>
          </p:nvPr>
        </p:nvSpPr>
        <p:spPr>
          <a:xfrm>
            <a:off x="4696235" y="3349725"/>
            <a:ext cx="1743000" cy="64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3" name="Google Shape;433;p16"/>
          <p:cNvSpPr txBox="1">
            <a:spLocks noGrp="1"/>
          </p:cNvSpPr>
          <p:nvPr>
            <p:ph type="title" idx="8"/>
          </p:nvPr>
        </p:nvSpPr>
        <p:spPr>
          <a:xfrm>
            <a:off x="1485450" y="539700"/>
            <a:ext cx="6173100" cy="47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grpSp>
        <p:nvGrpSpPr>
          <p:cNvPr id="434" name="Google Shape;434;p16"/>
          <p:cNvGrpSpPr/>
          <p:nvPr/>
        </p:nvGrpSpPr>
        <p:grpSpPr>
          <a:xfrm rot="-5400000" flipH="1">
            <a:off x="7480661" y="-165192"/>
            <a:ext cx="2014791" cy="719731"/>
            <a:chOff x="-85249" y="4203623"/>
            <a:chExt cx="2014791" cy="719731"/>
          </a:xfrm>
        </p:grpSpPr>
        <p:grpSp>
          <p:nvGrpSpPr>
            <p:cNvPr id="435" name="Google Shape;435;p16"/>
            <p:cNvGrpSpPr/>
            <p:nvPr/>
          </p:nvGrpSpPr>
          <p:grpSpPr>
            <a:xfrm>
              <a:off x="-85249" y="4203623"/>
              <a:ext cx="2014791" cy="469195"/>
              <a:chOff x="-35118" y="4163517"/>
              <a:chExt cx="2014791" cy="469195"/>
            </a:xfrm>
          </p:grpSpPr>
          <p:sp>
            <p:nvSpPr>
              <p:cNvPr id="436" name="Google Shape;436;p16"/>
              <p:cNvSpPr/>
              <p:nvPr/>
            </p:nvSpPr>
            <p:spPr>
              <a:xfrm rot="-5400000">
                <a:off x="712889" y="3459167"/>
                <a:ext cx="425539" cy="1921552"/>
              </a:xfrm>
              <a:custGeom>
                <a:avLst/>
                <a:gdLst/>
                <a:ahLst/>
                <a:cxnLst/>
                <a:rect l="l" t="t" r="r" b="b"/>
                <a:pathLst>
                  <a:path w="11430" h="51613" extrusionOk="0">
                    <a:moveTo>
                      <a:pt x="0" y="1"/>
                    </a:moveTo>
                    <a:lnTo>
                      <a:pt x="0" y="17995"/>
                    </a:lnTo>
                    <a:lnTo>
                      <a:pt x="31" y="18056"/>
                    </a:lnTo>
                    <a:cubicBezTo>
                      <a:pt x="61" y="18117"/>
                      <a:pt x="91" y="18147"/>
                      <a:pt x="122" y="18177"/>
                    </a:cubicBezTo>
                    <a:lnTo>
                      <a:pt x="10852" y="28877"/>
                    </a:lnTo>
                    <a:lnTo>
                      <a:pt x="10852" y="51612"/>
                    </a:lnTo>
                    <a:lnTo>
                      <a:pt x="11429" y="51612"/>
                    </a:lnTo>
                    <a:lnTo>
                      <a:pt x="11429" y="28633"/>
                    </a:lnTo>
                    <a:lnTo>
                      <a:pt x="669" y="17873"/>
                    </a:lnTo>
                    <a:lnTo>
                      <a:pt x="608" y="17813"/>
                    </a:lnTo>
                    <a:lnTo>
                      <a:pt x="608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16"/>
              <p:cNvSpPr/>
              <p:nvPr/>
            </p:nvSpPr>
            <p:spPr>
              <a:xfrm>
                <a:off x="1861099" y="4163517"/>
                <a:ext cx="118575" cy="118575"/>
              </a:xfrm>
              <a:custGeom>
                <a:avLst/>
                <a:gdLst/>
                <a:ahLst/>
                <a:cxnLst/>
                <a:rect l="l" t="t" r="r" b="b"/>
                <a:pathLst>
                  <a:path w="4743" h="4743" fill="none" extrusionOk="0">
                    <a:moveTo>
                      <a:pt x="4742" y="2037"/>
                    </a:moveTo>
                    <a:cubicBezTo>
                      <a:pt x="4742" y="3830"/>
                      <a:pt x="2554" y="4742"/>
                      <a:pt x="1277" y="3466"/>
                    </a:cubicBezTo>
                    <a:cubicBezTo>
                      <a:pt x="1" y="2189"/>
                      <a:pt x="912" y="31"/>
                      <a:pt x="2706" y="1"/>
                    </a:cubicBezTo>
                    <a:cubicBezTo>
                      <a:pt x="3830" y="1"/>
                      <a:pt x="4742" y="912"/>
                      <a:pt x="4742" y="2037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8" name="Google Shape;438;p16"/>
            <p:cNvGrpSpPr/>
            <p:nvPr/>
          </p:nvGrpSpPr>
          <p:grpSpPr>
            <a:xfrm>
              <a:off x="-85249" y="4454155"/>
              <a:ext cx="2014791" cy="469199"/>
              <a:chOff x="-35118" y="4345992"/>
              <a:chExt cx="2014791" cy="469199"/>
            </a:xfrm>
          </p:grpSpPr>
          <p:sp>
            <p:nvSpPr>
              <p:cNvPr id="439" name="Google Shape;439;p16"/>
              <p:cNvSpPr/>
              <p:nvPr/>
            </p:nvSpPr>
            <p:spPr>
              <a:xfrm rot="-5400000">
                <a:off x="712889" y="3641646"/>
                <a:ext cx="425539" cy="1921552"/>
              </a:xfrm>
              <a:custGeom>
                <a:avLst/>
                <a:gdLst/>
                <a:ahLst/>
                <a:cxnLst/>
                <a:rect l="l" t="t" r="r" b="b"/>
                <a:pathLst>
                  <a:path w="11430" h="51613" extrusionOk="0">
                    <a:moveTo>
                      <a:pt x="0" y="1"/>
                    </a:moveTo>
                    <a:lnTo>
                      <a:pt x="0" y="17995"/>
                    </a:lnTo>
                    <a:lnTo>
                      <a:pt x="31" y="18056"/>
                    </a:lnTo>
                    <a:cubicBezTo>
                      <a:pt x="61" y="18117"/>
                      <a:pt x="91" y="18147"/>
                      <a:pt x="122" y="18177"/>
                    </a:cubicBezTo>
                    <a:lnTo>
                      <a:pt x="10852" y="28877"/>
                    </a:lnTo>
                    <a:lnTo>
                      <a:pt x="10852" y="51612"/>
                    </a:lnTo>
                    <a:lnTo>
                      <a:pt x="11429" y="51612"/>
                    </a:lnTo>
                    <a:lnTo>
                      <a:pt x="11429" y="28633"/>
                    </a:lnTo>
                    <a:lnTo>
                      <a:pt x="669" y="17873"/>
                    </a:lnTo>
                    <a:lnTo>
                      <a:pt x="608" y="17813"/>
                    </a:lnTo>
                    <a:lnTo>
                      <a:pt x="608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Google Shape;440;p16"/>
              <p:cNvSpPr/>
              <p:nvPr/>
            </p:nvSpPr>
            <p:spPr>
              <a:xfrm>
                <a:off x="1861099" y="4345992"/>
                <a:ext cx="118575" cy="118575"/>
              </a:xfrm>
              <a:custGeom>
                <a:avLst/>
                <a:gdLst/>
                <a:ahLst/>
                <a:cxnLst/>
                <a:rect l="l" t="t" r="r" b="b"/>
                <a:pathLst>
                  <a:path w="4743" h="4743" fill="none" extrusionOk="0">
                    <a:moveTo>
                      <a:pt x="4742" y="2037"/>
                    </a:moveTo>
                    <a:cubicBezTo>
                      <a:pt x="4742" y="3830"/>
                      <a:pt x="2554" y="4742"/>
                      <a:pt x="1277" y="3466"/>
                    </a:cubicBezTo>
                    <a:cubicBezTo>
                      <a:pt x="1" y="2189"/>
                      <a:pt x="912" y="31"/>
                      <a:pt x="2706" y="1"/>
                    </a:cubicBezTo>
                    <a:cubicBezTo>
                      <a:pt x="3830" y="1"/>
                      <a:pt x="4742" y="912"/>
                      <a:pt x="4742" y="2037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1" name="Google Shape;441;p16"/>
          <p:cNvGrpSpPr/>
          <p:nvPr/>
        </p:nvGrpSpPr>
        <p:grpSpPr>
          <a:xfrm rot="-5400000" flipH="1">
            <a:off x="7870685" y="112474"/>
            <a:ext cx="2014791" cy="469199"/>
            <a:chOff x="-35118" y="4345992"/>
            <a:chExt cx="2014791" cy="469199"/>
          </a:xfrm>
        </p:grpSpPr>
        <p:sp>
          <p:nvSpPr>
            <p:cNvPr id="442" name="Google Shape;442;p16"/>
            <p:cNvSpPr/>
            <p:nvPr/>
          </p:nvSpPr>
          <p:spPr>
            <a:xfrm rot="-5400000">
              <a:off x="712889" y="3641646"/>
              <a:ext cx="425539" cy="1921552"/>
            </a:xfrm>
            <a:custGeom>
              <a:avLst/>
              <a:gdLst/>
              <a:ahLst/>
              <a:cxnLst/>
              <a:rect l="l" t="t" r="r" b="b"/>
              <a:pathLst>
                <a:path w="11430" h="51613" extrusionOk="0">
                  <a:moveTo>
                    <a:pt x="0" y="1"/>
                  </a:moveTo>
                  <a:lnTo>
                    <a:pt x="0" y="17995"/>
                  </a:lnTo>
                  <a:lnTo>
                    <a:pt x="31" y="18056"/>
                  </a:lnTo>
                  <a:cubicBezTo>
                    <a:pt x="61" y="18117"/>
                    <a:pt x="91" y="18147"/>
                    <a:pt x="122" y="18177"/>
                  </a:cubicBezTo>
                  <a:lnTo>
                    <a:pt x="10852" y="28877"/>
                  </a:lnTo>
                  <a:lnTo>
                    <a:pt x="10852" y="51612"/>
                  </a:lnTo>
                  <a:lnTo>
                    <a:pt x="11429" y="51612"/>
                  </a:lnTo>
                  <a:lnTo>
                    <a:pt x="11429" y="28633"/>
                  </a:lnTo>
                  <a:lnTo>
                    <a:pt x="669" y="17873"/>
                  </a:lnTo>
                  <a:lnTo>
                    <a:pt x="608" y="17813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6"/>
            <p:cNvSpPr/>
            <p:nvPr/>
          </p:nvSpPr>
          <p:spPr>
            <a:xfrm>
              <a:off x="1861099" y="4345992"/>
              <a:ext cx="118575" cy="118575"/>
            </a:xfrm>
            <a:custGeom>
              <a:avLst/>
              <a:gdLst/>
              <a:ahLst/>
              <a:cxnLst/>
              <a:rect l="l" t="t" r="r" b="b"/>
              <a:pathLst>
                <a:path w="4743" h="4743" fill="none" extrusionOk="0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4" name="Google Shape;444;p16"/>
          <p:cNvGrpSpPr/>
          <p:nvPr/>
        </p:nvGrpSpPr>
        <p:grpSpPr>
          <a:xfrm>
            <a:off x="-272766" y="4539543"/>
            <a:ext cx="2014791" cy="473128"/>
            <a:chOff x="-35118" y="4342063"/>
            <a:chExt cx="2014791" cy="473128"/>
          </a:xfrm>
        </p:grpSpPr>
        <p:sp>
          <p:nvSpPr>
            <p:cNvPr id="445" name="Google Shape;445;p16"/>
            <p:cNvSpPr/>
            <p:nvPr/>
          </p:nvSpPr>
          <p:spPr>
            <a:xfrm rot="-5400000">
              <a:off x="712889" y="3641646"/>
              <a:ext cx="425539" cy="1921552"/>
            </a:xfrm>
            <a:custGeom>
              <a:avLst/>
              <a:gdLst/>
              <a:ahLst/>
              <a:cxnLst/>
              <a:rect l="l" t="t" r="r" b="b"/>
              <a:pathLst>
                <a:path w="11430" h="51613" extrusionOk="0">
                  <a:moveTo>
                    <a:pt x="0" y="1"/>
                  </a:moveTo>
                  <a:lnTo>
                    <a:pt x="0" y="17995"/>
                  </a:lnTo>
                  <a:lnTo>
                    <a:pt x="31" y="18056"/>
                  </a:lnTo>
                  <a:cubicBezTo>
                    <a:pt x="61" y="18117"/>
                    <a:pt x="91" y="18147"/>
                    <a:pt x="122" y="18177"/>
                  </a:cubicBezTo>
                  <a:lnTo>
                    <a:pt x="10852" y="28877"/>
                  </a:lnTo>
                  <a:lnTo>
                    <a:pt x="10852" y="51612"/>
                  </a:lnTo>
                  <a:lnTo>
                    <a:pt x="11429" y="51612"/>
                  </a:lnTo>
                  <a:lnTo>
                    <a:pt x="11429" y="28633"/>
                  </a:lnTo>
                  <a:lnTo>
                    <a:pt x="669" y="17873"/>
                  </a:lnTo>
                  <a:lnTo>
                    <a:pt x="608" y="17813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16"/>
            <p:cNvSpPr/>
            <p:nvPr/>
          </p:nvSpPr>
          <p:spPr>
            <a:xfrm>
              <a:off x="1861099" y="4342063"/>
              <a:ext cx="118575" cy="118575"/>
            </a:xfrm>
            <a:custGeom>
              <a:avLst/>
              <a:gdLst/>
              <a:ahLst/>
              <a:cxnLst/>
              <a:rect l="l" t="t" r="r" b="b"/>
              <a:pathLst>
                <a:path w="4743" h="4743" fill="none" extrusionOk="0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7" name="Google Shape;447;p16"/>
          <p:cNvGrpSpPr/>
          <p:nvPr/>
        </p:nvGrpSpPr>
        <p:grpSpPr>
          <a:xfrm>
            <a:off x="-217866" y="4785686"/>
            <a:ext cx="2014791" cy="473128"/>
            <a:chOff x="-35118" y="4342063"/>
            <a:chExt cx="2014791" cy="473128"/>
          </a:xfrm>
        </p:grpSpPr>
        <p:sp>
          <p:nvSpPr>
            <p:cNvPr id="448" name="Google Shape;448;p16"/>
            <p:cNvSpPr/>
            <p:nvPr/>
          </p:nvSpPr>
          <p:spPr>
            <a:xfrm rot="-5400000">
              <a:off x="712889" y="3641646"/>
              <a:ext cx="425539" cy="1921552"/>
            </a:xfrm>
            <a:custGeom>
              <a:avLst/>
              <a:gdLst/>
              <a:ahLst/>
              <a:cxnLst/>
              <a:rect l="l" t="t" r="r" b="b"/>
              <a:pathLst>
                <a:path w="11430" h="51613" extrusionOk="0">
                  <a:moveTo>
                    <a:pt x="0" y="1"/>
                  </a:moveTo>
                  <a:lnTo>
                    <a:pt x="0" y="17995"/>
                  </a:lnTo>
                  <a:lnTo>
                    <a:pt x="31" y="18056"/>
                  </a:lnTo>
                  <a:cubicBezTo>
                    <a:pt x="61" y="18117"/>
                    <a:pt x="91" y="18147"/>
                    <a:pt x="122" y="18177"/>
                  </a:cubicBezTo>
                  <a:lnTo>
                    <a:pt x="10852" y="28877"/>
                  </a:lnTo>
                  <a:lnTo>
                    <a:pt x="10852" y="51612"/>
                  </a:lnTo>
                  <a:lnTo>
                    <a:pt x="11429" y="51612"/>
                  </a:lnTo>
                  <a:lnTo>
                    <a:pt x="11429" y="28633"/>
                  </a:lnTo>
                  <a:lnTo>
                    <a:pt x="669" y="17873"/>
                  </a:lnTo>
                  <a:lnTo>
                    <a:pt x="608" y="17813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16"/>
            <p:cNvSpPr/>
            <p:nvPr/>
          </p:nvSpPr>
          <p:spPr>
            <a:xfrm>
              <a:off x="1861099" y="4342063"/>
              <a:ext cx="118575" cy="118575"/>
            </a:xfrm>
            <a:custGeom>
              <a:avLst/>
              <a:gdLst/>
              <a:ahLst/>
              <a:cxnLst/>
              <a:rect l="l" t="t" r="r" b="b"/>
              <a:pathLst>
                <a:path w="4743" h="4743" fill="none" extrusionOk="0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0" name="Google Shape;450;p16"/>
          <p:cNvGrpSpPr/>
          <p:nvPr/>
        </p:nvGrpSpPr>
        <p:grpSpPr>
          <a:xfrm>
            <a:off x="-519445" y="4310943"/>
            <a:ext cx="2014791" cy="473128"/>
            <a:chOff x="-35118" y="4342063"/>
            <a:chExt cx="2014791" cy="473128"/>
          </a:xfrm>
        </p:grpSpPr>
        <p:sp>
          <p:nvSpPr>
            <p:cNvPr id="451" name="Google Shape;451;p16"/>
            <p:cNvSpPr/>
            <p:nvPr/>
          </p:nvSpPr>
          <p:spPr>
            <a:xfrm rot="-5400000">
              <a:off x="712889" y="3641646"/>
              <a:ext cx="425539" cy="1921552"/>
            </a:xfrm>
            <a:custGeom>
              <a:avLst/>
              <a:gdLst/>
              <a:ahLst/>
              <a:cxnLst/>
              <a:rect l="l" t="t" r="r" b="b"/>
              <a:pathLst>
                <a:path w="11430" h="51613" extrusionOk="0">
                  <a:moveTo>
                    <a:pt x="0" y="1"/>
                  </a:moveTo>
                  <a:lnTo>
                    <a:pt x="0" y="17995"/>
                  </a:lnTo>
                  <a:lnTo>
                    <a:pt x="31" y="18056"/>
                  </a:lnTo>
                  <a:cubicBezTo>
                    <a:pt x="61" y="18117"/>
                    <a:pt x="91" y="18147"/>
                    <a:pt x="122" y="18177"/>
                  </a:cubicBezTo>
                  <a:lnTo>
                    <a:pt x="10852" y="28877"/>
                  </a:lnTo>
                  <a:lnTo>
                    <a:pt x="10852" y="51612"/>
                  </a:lnTo>
                  <a:lnTo>
                    <a:pt x="11429" y="51612"/>
                  </a:lnTo>
                  <a:lnTo>
                    <a:pt x="11429" y="28633"/>
                  </a:lnTo>
                  <a:lnTo>
                    <a:pt x="669" y="17873"/>
                  </a:lnTo>
                  <a:lnTo>
                    <a:pt x="608" y="17813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16"/>
            <p:cNvSpPr/>
            <p:nvPr/>
          </p:nvSpPr>
          <p:spPr>
            <a:xfrm>
              <a:off x="1861099" y="4342063"/>
              <a:ext cx="118575" cy="118575"/>
            </a:xfrm>
            <a:custGeom>
              <a:avLst/>
              <a:gdLst/>
              <a:ahLst/>
              <a:cxnLst/>
              <a:rect l="l" t="t" r="r" b="b"/>
              <a:pathLst>
                <a:path w="4743" h="4743" fill="none" extrusionOk="0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7"/>
          <p:cNvSpPr txBox="1">
            <a:spLocks noGrp="1"/>
          </p:cNvSpPr>
          <p:nvPr>
            <p:ph type="title"/>
          </p:nvPr>
        </p:nvSpPr>
        <p:spPr>
          <a:xfrm>
            <a:off x="719975" y="1777850"/>
            <a:ext cx="2118300" cy="47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55" name="Google Shape;455;p17"/>
          <p:cNvSpPr txBox="1">
            <a:spLocks noGrp="1"/>
          </p:cNvSpPr>
          <p:nvPr>
            <p:ph type="subTitle" idx="1"/>
          </p:nvPr>
        </p:nvSpPr>
        <p:spPr>
          <a:xfrm>
            <a:off x="719975" y="2314575"/>
            <a:ext cx="2118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6" name="Google Shape;456;p17"/>
          <p:cNvSpPr txBox="1">
            <a:spLocks noGrp="1"/>
          </p:cNvSpPr>
          <p:nvPr>
            <p:ph type="title" idx="2"/>
          </p:nvPr>
        </p:nvSpPr>
        <p:spPr>
          <a:xfrm>
            <a:off x="3512851" y="1777850"/>
            <a:ext cx="2118300" cy="47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57" name="Google Shape;457;p17"/>
          <p:cNvSpPr txBox="1">
            <a:spLocks noGrp="1"/>
          </p:cNvSpPr>
          <p:nvPr>
            <p:ph type="subTitle" idx="3"/>
          </p:nvPr>
        </p:nvSpPr>
        <p:spPr>
          <a:xfrm>
            <a:off x="3512850" y="2314575"/>
            <a:ext cx="2118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8" name="Google Shape;458;p17"/>
          <p:cNvSpPr txBox="1">
            <a:spLocks noGrp="1"/>
          </p:cNvSpPr>
          <p:nvPr>
            <p:ph type="title" idx="4"/>
          </p:nvPr>
        </p:nvSpPr>
        <p:spPr>
          <a:xfrm>
            <a:off x="719975" y="3211250"/>
            <a:ext cx="2118300" cy="47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59" name="Google Shape;459;p17"/>
          <p:cNvSpPr txBox="1">
            <a:spLocks noGrp="1"/>
          </p:cNvSpPr>
          <p:nvPr>
            <p:ph type="subTitle" idx="5"/>
          </p:nvPr>
        </p:nvSpPr>
        <p:spPr>
          <a:xfrm>
            <a:off x="719975" y="3747975"/>
            <a:ext cx="2118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0" name="Google Shape;460;p17"/>
          <p:cNvSpPr txBox="1">
            <a:spLocks noGrp="1"/>
          </p:cNvSpPr>
          <p:nvPr>
            <p:ph type="title" idx="6"/>
          </p:nvPr>
        </p:nvSpPr>
        <p:spPr>
          <a:xfrm>
            <a:off x="3512851" y="3211250"/>
            <a:ext cx="2118300" cy="47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61" name="Google Shape;461;p17"/>
          <p:cNvSpPr txBox="1">
            <a:spLocks noGrp="1"/>
          </p:cNvSpPr>
          <p:nvPr>
            <p:ph type="subTitle" idx="7"/>
          </p:nvPr>
        </p:nvSpPr>
        <p:spPr>
          <a:xfrm>
            <a:off x="3512850" y="3747975"/>
            <a:ext cx="2118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2" name="Google Shape;462;p17"/>
          <p:cNvSpPr txBox="1">
            <a:spLocks noGrp="1"/>
          </p:cNvSpPr>
          <p:nvPr>
            <p:ph type="title" idx="8"/>
          </p:nvPr>
        </p:nvSpPr>
        <p:spPr>
          <a:xfrm>
            <a:off x="6305728" y="1777850"/>
            <a:ext cx="2118300" cy="47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63" name="Google Shape;463;p17"/>
          <p:cNvSpPr txBox="1">
            <a:spLocks noGrp="1"/>
          </p:cNvSpPr>
          <p:nvPr>
            <p:ph type="subTitle" idx="9"/>
          </p:nvPr>
        </p:nvSpPr>
        <p:spPr>
          <a:xfrm>
            <a:off x="6305725" y="2314575"/>
            <a:ext cx="2118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4" name="Google Shape;464;p17"/>
          <p:cNvSpPr txBox="1">
            <a:spLocks noGrp="1"/>
          </p:cNvSpPr>
          <p:nvPr>
            <p:ph type="title" idx="13"/>
          </p:nvPr>
        </p:nvSpPr>
        <p:spPr>
          <a:xfrm>
            <a:off x="6305728" y="3211250"/>
            <a:ext cx="2118300" cy="47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65" name="Google Shape;465;p17"/>
          <p:cNvSpPr txBox="1">
            <a:spLocks noGrp="1"/>
          </p:cNvSpPr>
          <p:nvPr>
            <p:ph type="subTitle" idx="14"/>
          </p:nvPr>
        </p:nvSpPr>
        <p:spPr>
          <a:xfrm>
            <a:off x="6305725" y="3747975"/>
            <a:ext cx="21183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6" name="Google Shape;466;p17"/>
          <p:cNvSpPr txBox="1">
            <a:spLocks noGrp="1"/>
          </p:cNvSpPr>
          <p:nvPr>
            <p:ph type="title" idx="15"/>
          </p:nvPr>
        </p:nvSpPr>
        <p:spPr>
          <a:xfrm>
            <a:off x="1485450" y="539700"/>
            <a:ext cx="6173100" cy="47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grpSp>
        <p:nvGrpSpPr>
          <p:cNvPr id="467" name="Google Shape;467;p17"/>
          <p:cNvGrpSpPr/>
          <p:nvPr/>
        </p:nvGrpSpPr>
        <p:grpSpPr>
          <a:xfrm>
            <a:off x="7895789" y="-867371"/>
            <a:ext cx="1368260" cy="1078296"/>
            <a:chOff x="4231725" y="-443721"/>
            <a:chExt cx="1368260" cy="1078296"/>
          </a:xfrm>
        </p:grpSpPr>
        <p:sp>
          <p:nvSpPr>
            <p:cNvPr id="468" name="Google Shape;468;p17"/>
            <p:cNvSpPr/>
            <p:nvPr/>
          </p:nvSpPr>
          <p:spPr>
            <a:xfrm>
              <a:off x="4327869" y="-443721"/>
              <a:ext cx="1272116" cy="1006875"/>
            </a:xfrm>
            <a:custGeom>
              <a:avLst/>
              <a:gdLst/>
              <a:ahLst/>
              <a:cxnLst/>
              <a:rect l="l" t="t" r="r" b="b"/>
              <a:pathLst>
                <a:path w="32677" h="40275" fill="none" extrusionOk="0">
                  <a:moveTo>
                    <a:pt x="1" y="40274"/>
                  </a:moveTo>
                  <a:lnTo>
                    <a:pt x="32676" y="40274"/>
                  </a:lnTo>
                  <a:lnTo>
                    <a:pt x="32676" y="0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17"/>
            <p:cNvSpPr/>
            <p:nvPr/>
          </p:nvSpPr>
          <p:spPr>
            <a:xfrm>
              <a:off x="4231725" y="516000"/>
              <a:ext cx="117825" cy="118575"/>
            </a:xfrm>
            <a:custGeom>
              <a:avLst/>
              <a:gdLst/>
              <a:ahLst/>
              <a:cxnLst/>
              <a:rect l="l" t="t" r="r" b="b"/>
              <a:pathLst>
                <a:path w="4713" h="4743" fill="none" extrusionOk="0">
                  <a:moveTo>
                    <a:pt x="1" y="2037"/>
                  </a:moveTo>
                  <a:cubicBezTo>
                    <a:pt x="1" y="3830"/>
                    <a:pt x="2159" y="4742"/>
                    <a:pt x="3436" y="3466"/>
                  </a:cubicBezTo>
                  <a:cubicBezTo>
                    <a:pt x="4712" y="2189"/>
                    <a:pt x="3800" y="1"/>
                    <a:pt x="2007" y="31"/>
                  </a:cubicBezTo>
                  <a:cubicBezTo>
                    <a:pt x="882" y="31"/>
                    <a:pt x="1" y="912"/>
                    <a:pt x="1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0" name="Google Shape;470;p17"/>
          <p:cNvGrpSpPr/>
          <p:nvPr/>
        </p:nvGrpSpPr>
        <p:grpSpPr>
          <a:xfrm>
            <a:off x="8380489" y="-105375"/>
            <a:ext cx="1129225" cy="1439250"/>
            <a:chOff x="5173625" y="-443725"/>
            <a:chExt cx="1129225" cy="1439250"/>
          </a:xfrm>
        </p:grpSpPr>
        <p:sp>
          <p:nvSpPr>
            <p:cNvPr id="471" name="Google Shape;471;p17"/>
            <p:cNvSpPr/>
            <p:nvPr/>
          </p:nvSpPr>
          <p:spPr>
            <a:xfrm>
              <a:off x="5219975" y="-443725"/>
              <a:ext cx="1082875" cy="1320700"/>
            </a:xfrm>
            <a:custGeom>
              <a:avLst/>
              <a:gdLst/>
              <a:ahLst/>
              <a:cxnLst/>
              <a:rect l="l" t="t" r="r" b="b"/>
              <a:pathLst>
                <a:path w="43315" h="52828" fill="none" extrusionOk="0">
                  <a:moveTo>
                    <a:pt x="0" y="52828"/>
                  </a:moveTo>
                  <a:lnTo>
                    <a:pt x="0" y="25836"/>
                  </a:lnTo>
                  <a:lnTo>
                    <a:pt x="43314" y="25836"/>
                  </a:lnTo>
                  <a:lnTo>
                    <a:pt x="43314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17"/>
            <p:cNvSpPr/>
            <p:nvPr/>
          </p:nvSpPr>
          <p:spPr>
            <a:xfrm>
              <a:off x="5173625" y="876950"/>
              <a:ext cx="117800" cy="118575"/>
            </a:xfrm>
            <a:custGeom>
              <a:avLst/>
              <a:gdLst/>
              <a:ahLst/>
              <a:cxnLst/>
              <a:rect l="l" t="t" r="r" b="b"/>
              <a:pathLst>
                <a:path w="4712" h="4743" fill="none" extrusionOk="0">
                  <a:moveTo>
                    <a:pt x="0" y="2037"/>
                  </a:moveTo>
                  <a:cubicBezTo>
                    <a:pt x="0" y="3830"/>
                    <a:pt x="2158" y="4742"/>
                    <a:pt x="3435" y="3466"/>
                  </a:cubicBezTo>
                  <a:cubicBezTo>
                    <a:pt x="4711" y="2189"/>
                    <a:pt x="3800" y="1"/>
                    <a:pt x="2006" y="1"/>
                  </a:cubicBezTo>
                  <a:cubicBezTo>
                    <a:pt x="882" y="31"/>
                    <a:pt x="0" y="912"/>
                    <a:pt x="0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3" name="Google Shape;473;p17"/>
          <p:cNvGrpSpPr/>
          <p:nvPr/>
        </p:nvGrpSpPr>
        <p:grpSpPr>
          <a:xfrm>
            <a:off x="8142568" y="-638771"/>
            <a:ext cx="1368260" cy="1078296"/>
            <a:chOff x="4231725" y="-443721"/>
            <a:chExt cx="1368260" cy="1078296"/>
          </a:xfrm>
        </p:grpSpPr>
        <p:sp>
          <p:nvSpPr>
            <p:cNvPr id="474" name="Google Shape;474;p17"/>
            <p:cNvSpPr/>
            <p:nvPr/>
          </p:nvSpPr>
          <p:spPr>
            <a:xfrm>
              <a:off x="4327869" y="-443721"/>
              <a:ext cx="1272116" cy="1006875"/>
            </a:xfrm>
            <a:custGeom>
              <a:avLst/>
              <a:gdLst/>
              <a:ahLst/>
              <a:cxnLst/>
              <a:rect l="l" t="t" r="r" b="b"/>
              <a:pathLst>
                <a:path w="32677" h="40275" fill="none" extrusionOk="0">
                  <a:moveTo>
                    <a:pt x="1" y="40274"/>
                  </a:moveTo>
                  <a:lnTo>
                    <a:pt x="32676" y="40274"/>
                  </a:lnTo>
                  <a:lnTo>
                    <a:pt x="32676" y="0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17"/>
            <p:cNvSpPr/>
            <p:nvPr/>
          </p:nvSpPr>
          <p:spPr>
            <a:xfrm>
              <a:off x="4231725" y="516000"/>
              <a:ext cx="117825" cy="118575"/>
            </a:xfrm>
            <a:custGeom>
              <a:avLst/>
              <a:gdLst/>
              <a:ahLst/>
              <a:cxnLst/>
              <a:rect l="l" t="t" r="r" b="b"/>
              <a:pathLst>
                <a:path w="4713" h="4743" fill="none" extrusionOk="0">
                  <a:moveTo>
                    <a:pt x="1" y="2037"/>
                  </a:moveTo>
                  <a:cubicBezTo>
                    <a:pt x="1" y="3830"/>
                    <a:pt x="2159" y="4742"/>
                    <a:pt x="3436" y="3466"/>
                  </a:cubicBezTo>
                  <a:cubicBezTo>
                    <a:pt x="4712" y="2189"/>
                    <a:pt x="3800" y="1"/>
                    <a:pt x="2007" y="31"/>
                  </a:cubicBezTo>
                  <a:cubicBezTo>
                    <a:pt x="882" y="31"/>
                    <a:pt x="1" y="912"/>
                    <a:pt x="1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6" name="Google Shape;476;p17"/>
          <p:cNvGrpSpPr/>
          <p:nvPr/>
        </p:nvGrpSpPr>
        <p:grpSpPr>
          <a:xfrm flipH="1">
            <a:off x="149468" y="-695771"/>
            <a:ext cx="1368260" cy="1078296"/>
            <a:chOff x="4231725" y="-443721"/>
            <a:chExt cx="1368260" cy="1078296"/>
          </a:xfrm>
        </p:grpSpPr>
        <p:sp>
          <p:nvSpPr>
            <p:cNvPr id="477" name="Google Shape;477;p17"/>
            <p:cNvSpPr/>
            <p:nvPr/>
          </p:nvSpPr>
          <p:spPr>
            <a:xfrm>
              <a:off x="4327869" y="-443721"/>
              <a:ext cx="1272116" cy="1006875"/>
            </a:xfrm>
            <a:custGeom>
              <a:avLst/>
              <a:gdLst/>
              <a:ahLst/>
              <a:cxnLst/>
              <a:rect l="l" t="t" r="r" b="b"/>
              <a:pathLst>
                <a:path w="32677" h="40275" fill="none" extrusionOk="0">
                  <a:moveTo>
                    <a:pt x="1" y="40274"/>
                  </a:moveTo>
                  <a:lnTo>
                    <a:pt x="32676" y="40274"/>
                  </a:lnTo>
                  <a:lnTo>
                    <a:pt x="32676" y="0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17"/>
            <p:cNvSpPr/>
            <p:nvPr/>
          </p:nvSpPr>
          <p:spPr>
            <a:xfrm>
              <a:off x="4231725" y="516000"/>
              <a:ext cx="117825" cy="118575"/>
            </a:xfrm>
            <a:custGeom>
              <a:avLst/>
              <a:gdLst/>
              <a:ahLst/>
              <a:cxnLst/>
              <a:rect l="l" t="t" r="r" b="b"/>
              <a:pathLst>
                <a:path w="4713" h="4743" fill="none" extrusionOk="0">
                  <a:moveTo>
                    <a:pt x="1" y="2037"/>
                  </a:moveTo>
                  <a:cubicBezTo>
                    <a:pt x="1" y="3830"/>
                    <a:pt x="2159" y="4742"/>
                    <a:pt x="3436" y="3466"/>
                  </a:cubicBezTo>
                  <a:cubicBezTo>
                    <a:pt x="4712" y="2189"/>
                    <a:pt x="3800" y="1"/>
                    <a:pt x="2007" y="31"/>
                  </a:cubicBezTo>
                  <a:cubicBezTo>
                    <a:pt x="882" y="31"/>
                    <a:pt x="1" y="912"/>
                    <a:pt x="1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9" name="Google Shape;479;p17"/>
          <p:cNvGrpSpPr/>
          <p:nvPr/>
        </p:nvGrpSpPr>
        <p:grpSpPr>
          <a:xfrm flipH="1">
            <a:off x="-97311" y="-467171"/>
            <a:ext cx="1368260" cy="1078296"/>
            <a:chOff x="4231725" y="-443721"/>
            <a:chExt cx="1368260" cy="1078296"/>
          </a:xfrm>
        </p:grpSpPr>
        <p:sp>
          <p:nvSpPr>
            <p:cNvPr id="480" name="Google Shape;480;p17"/>
            <p:cNvSpPr/>
            <p:nvPr/>
          </p:nvSpPr>
          <p:spPr>
            <a:xfrm>
              <a:off x="4327869" y="-443721"/>
              <a:ext cx="1272116" cy="1006875"/>
            </a:xfrm>
            <a:custGeom>
              <a:avLst/>
              <a:gdLst/>
              <a:ahLst/>
              <a:cxnLst/>
              <a:rect l="l" t="t" r="r" b="b"/>
              <a:pathLst>
                <a:path w="32677" h="40275" fill="none" extrusionOk="0">
                  <a:moveTo>
                    <a:pt x="1" y="40274"/>
                  </a:moveTo>
                  <a:lnTo>
                    <a:pt x="32676" y="40274"/>
                  </a:lnTo>
                  <a:lnTo>
                    <a:pt x="32676" y="0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17"/>
            <p:cNvSpPr/>
            <p:nvPr/>
          </p:nvSpPr>
          <p:spPr>
            <a:xfrm>
              <a:off x="4231725" y="516000"/>
              <a:ext cx="117825" cy="118575"/>
            </a:xfrm>
            <a:custGeom>
              <a:avLst/>
              <a:gdLst/>
              <a:ahLst/>
              <a:cxnLst/>
              <a:rect l="l" t="t" r="r" b="b"/>
              <a:pathLst>
                <a:path w="4713" h="4743" fill="none" extrusionOk="0">
                  <a:moveTo>
                    <a:pt x="1" y="2037"/>
                  </a:moveTo>
                  <a:cubicBezTo>
                    <a:pt x="1" y="3830"/>
                    <a:pt x="2159" y="4742"/>
                    <a:pt x="3436" y="3466"/>
                  </a:cubicBezTo>
                  <a:cubicBezTo>
                    <a:pt x="4712" y="2189"/>
                    <a:pt x="3800" y="1"/>
                    <a:pt x="2007" y="31"/>
                  </a:cubicBezTo>
                  <a:cubicBezTo>
                    <a:pt x="882" y="31"/>
                    <a:pt x="1" y="912"/>
                    <a:pt x="1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2" name="Google Shape;482;p17"/>
          <p:cNvGrpSpPr/>
          <p:nvPr/>
        </p:nvGrpSpPr>
        <p:grpSpPr>
          <a:xfrm flipH="1">
            <a:off x="-609048" y="-238571"/>
            <a:ext cx="1368260" cy="1078296"/>
            <a:chOff x="4231725" y="-443721"/>
            <a:chExt cx="1368260" cy="1078296"/>
          </a:xfrm>
        </p:grpSpPr>
        <p:sp>
          <p:nvSpPr>
            <p:cNvPr id="483" name="Google Shape;483;p17"/>
            <p:cNvSpPr/>
            <p:nvPr/>
          </p:nvSpPr>
          <p:spPr>
            <a:xfrm>
              <a:off x="4327869" y="-443721"/>
              <a:ext cx="1272116" cy="1006875"/>
            </a:xfrm>
            <a:custGeom>
              <a:avLst/>
              <a:gdLst/>
              <a:ahLst/>
              <a:cxnLst/>
              <a:rect l="l" t="t" r="r" b="b"/>
              <a:pathLst>
                <a:path w="32677" h="40275" fill="none" extrusionOk="0">
                  <a:moveTo>
                    <a:pt x="1" y="40274"/>
                  </a:moveTo>
                  <a:lnTo>
                    <a:pt x="32676" y="40274"/>
                  </a:lnTo>
                  <a:lnTo>
                    <a:pt x="32676" y="0"/>
                  </a:lnTo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17"/>
            <p:cNvSpPr/>
            <p:nvPr/>
          </p:nvSpPr>
          <p:spPr>
            <a:xfrm>
              <a:off x="4231725" y="516000"/>
              <a:ext cx="117825" cy="118575"/>
            </a:xfrm>
            <a:custGeom>
              <a:avLst/>
              <a:gdLst/>
              <a:ahLst/>
              <a:cxnLst/>
              <a:rect l="l" t="t" r="r" b="b"/>
              <a:pathLst>
                <a:path w="4713" h="4743" fill="none" extrusionOk="0">
                  <a:moveTo>
                    <a:pt x="1" y="2037"/>
                  </a:moveTo>
                  <a:cubicBezTo>
                    <a:pt x="1" y="3830"/>
                    <a:pt x="2159" y="4742"/>
                    <a:pt x="3436" y="3466"/>
                  </a:cubicBezTo>
                  <a:cubicBezTo>
                    <a:pt x="4712" y="2189"/>
                    <a:pt x="3800" y="1"/>
                    <a:pt x="2007" y="31"/>
                  </a:cubicBezTo>
                  <a:cubicBezTo>
                    <a:pt x="882" y="31"/>
                    <a:pt x="1" y="912"/>
                    <a:pt x="1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85" name="Google Shape;485;p17"/>
          <p:cNvCxnSpPr/>
          <p:nvPr/>
        </p:nvCxnSpPr>
        <p:spPr>
          <a:xfrm>
            <a:off x="-6850" y="4601725"/>
            <a:ext cx="8517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"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7" name="Google Shape;487;p18"/>
          <p:cNvGrpSpPr/>
          <p:nvPr/>
        </p:nvGrpSpPr>
        <p:grpSpPr>
          <a:xfrm>
            <a:off x="7068170" y="-466234"/>
            <a:ext cx="1368260" cy="1078296"/>
            <a:chOff x="4231725" y="-443721"/>
            <a:chExt cx="1368260" cy="1078296"/>
          </a:xfrm>
        </p:grpSpPr>
        <p:sp>
          <p:nvSpPr>
            <p:cNvPr id="488" name="Google Shape;488;p18"/>
            <p:cNvSpPr/>
            <p:nvPr/>
          </p:nvSpPr>
          <p:spPr>
            <a:xfrm>
              <a:off x="4327869" y="-443721"/>
              <a:ext cx="1272116" cy="1006875"/>
            </a:xfrm>
            <a:custGeom>
              <a:avLst/>
              <a:gdLst/>
              <a:ahLst/>
              <a:cxnLst/>
              <a:rect l="l" t="t" r="r" b="b"/>
              <a:pathLst>
                <a:path w="32677" h="40275" fill="none" extrusionOk="0">
                  <a:moveTo>
                    <a:pt x="1" y="40274"/>
                  </a:moveTo>
                  <a:lnTo>
                    <a:pt x="32676" y="40274"/>
                  </a:lnTo>
                  <a:lnTo>
                    <a:pt x="32676" y="0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18"/>
            <p:cNvSpPr/>
            <p:nvPr/>
          </p:nvSpPr>
          <p:spPr>
            <a:xfrm>
              <a:off x="4231725" y="516000"/>
              <a:ext cx="117825" cy="118575"/>
            </a:xfrm>
            <a:custGeom>
              <a:avLst/>
              <a:gdLst/>
              <a:ahLst/>
              <a:cxnLst/>
              <a:rect l="l" t="t" r="r" b="b"/>
              <a:pathLst>
                <a:path w="4713" h="4743" fill="none" extrusionOk="0">
                  <a:moveTo>
                    <a:pt x="1" y="2037"/>
                  </a:moveTo>
                  <a:cubicBezTo>
                    <a:pt x="1" y="3830"/>
                    <a:pt x="2159" y="4742"/>
                    <a:pt x="3436" y="3466"/>
                  </a:cubicBezTo>
                  <a:cubicBezTo>
                    <a:pt x="4712" y="2189"/>
                    <a:pt x="3800" y="1"/>
                    <a:pt x="2007" y="31"/>
                  </a:cubicBezTo>
                  <a:cubicBezTo>
                    <a:pt x="882" y="31"/>
                    <a:pt x="1" y="912"/>
                    <a:pt x="1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0" name="Google Shape;490;p18"/>
          <p:cNvGrpSpPr/>
          <p:nvPr/>
        </p:nvGrpSpPr>
        <p:grpSpPr>
          <a:xfrm>
            <a:off x="8010070" y="-466238"/>
            <a:ext cx="1129225" cy="1439250"/>
            <a:chOff x="5173625" y="-443725"/>
            <a:chExt cx="1129225" cy="1439250"/>
          </a:xfrm>
        </p:grpSpPr>
        <p:sp>
          <p:nvSpPr>
            <p:cNvPr id="491" name="Google Shape;491;p18"/>
            <p:cNvSpPr/>
            <p:nvPr/>
          </p:nvSpPr>
          <p:spPr>
            <a:xfrm>
              <a:off x="5219975" y="-443725"/>
              <a:ext cx="1082875" cy="1320700"/>
            </a:xfrm>
            <a:custGeom>
              <a:avLst/>
              <a:gdLst/>
              <a:ahLst/>
              <a:cxnLst/>
              <a:rect l="l" t="t" r="r" b="b"/>
              <a:pathLst>
                <a:path w="43315" h="52828" fill="none" extrusionOk="0">
                  <a:moveTo>
                    <a:pt x="0" y="52828"/>
                  </a:moveTo>
                  <a:lnTo>
                    <a:pt x="0" y="25836"/>
                  </a:lnTo>
                  <a:lnTo>
                    <a:pt x="43314" y="25836"/>
                  </a:lnTo>
                  <a:lnTo>
                    <a:pt x="43314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18"/>
            <p:cNvSpPr/>
            <p:nvPr/>
          </p:nvSpPr>
          <p:spPr>
            <a:xfrm>
              <a:off x="5173625" y="876950"/>
              <a:ext cx="117800" cy="118575"/>
            </a:xfrm>
            <a:custGeom>
              <a:avLst/>
              <a:gdLst/>
              <a:ahLst/>
              <a:cxnLst/>
              <a:rect l="l" t="t" r="r" b="b"/>
              <a:pathLst>
                <a:path w="4712" h="4743" fill="none" extrusionOk="0">
                  <a:moveTo>
                    <a:pt x="0" y="2037"/>
                  </a:moveTo>
                  <a:cubicBezTo>
                    <a:pt x="0" y="3830"/>
                    <a:pt x="2158" y="4742"/>
                    <a:pt x="3435" y="3466"/>
                  </a:cubicBezTo>
                  <a:cubicBezTo>
                    <a:pt x="4711" y="2189"/>
                    <a:pt x="3800" y="1"/>
                    <a:pt x="2006" y="1"/>
                  </a:cubicBezTo>
                  <a:cubicBezTo>
                    <a:pt x="882" y="31"/>
                    <a:pt x="0" y="912"/>
                    <a:pt x="0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3" name="Google Shape;493;p18"/>
          <p:cNvGrpSpPr/>
          <p:nvPr/>
        </p:nvGrpSpPr>
        <p:grpSpPr>
          <a:xfrm flipH="1">
            <a:off x="707991" y="-472343"/>
            <a:ext cx="920275" cy="1078300"/>
            <a:chOff x="4679675" y="-443725"/>
            <a:chExt cx="920275" cy="1078300"/>
          </a:xfrm>
        </p:grpSpPr>
        <p:sp>
          <p:nvSpPr>
            <p:cNvPr id="494" name="Google Shape;494;p18"/>
            <p:cNvSpPr/>
            <p:nvPr/>
          </p:nvSpPr>
          <p:spPr>
            <a:xfrm>
              <a:off x="4783025" y="-443725"/>
              <a:ext cx="816925" cy="1006875"/>
            </a:xfrm>
            <a:custGeom>
              <a:avLst/>
              <a:gdLst/>
              <a:ahLst/>
              <a:cxnLst/>
              <a:rect l="l" t="t" r="r" b="b"/>
              <a:pathLst>
                <a:path w="32677" h="40275" fill="none" extrusionOk="0">
                  <a:moveTo>
                    <a:pt x="1" y="40274"/>
                  </a:moveTo>
                  <a:lnTo>
                    <a:pt x="32676" y="40274"/>
                  </a:lnTo>
                  <a:lnTo>
                    <a:pt x="32676" y="0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18"/>
            <p:cNvSpPr/>
            <p:nvPr/>
          </p:nvSpPr>
          <p:spPr>
            <a:xfrm>
              <a:off x="4679675" y="516000"/>
              <a:ext cx="117825" cy="118575"/>
            </a:xfrm>
            <a:custGeom>
              <a:avLst/>
              <a:gdLst/>
              <a:ahLst/>
              <a:cxnLst/>
              <a:rect l="l" t="t" r="r" b="b"/>
              <a:pathLst>
                <a:path w="4713" h="4743" fill="none" extrusionOk="0">
                  <a:moveTo>
                    <a:pt x="1" y="2037"/>
                  </a:moveTo>
                  <a:cubicBezTo>
                    <a:pt x="1" y="3830"/>
                    <a:pt x="2159" y="4742"/>
                    <a:pt x="3436" y="3466"/>
                  </a:cubicBezTo>
                  <a:cubicBezTo>
                    <a:pt x="4712" y="2189"/>
                    <a:pt x="3800" y="1"/>
                    <a:pt x="2007" y="31"/>
                  </a:cubicBezTo>
                  <a:cubicBezTo>
                    <a:pt x="882" y="31"/>
                    <a:pt x="1" y="912"/>
                    <a:pt x="1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6" name="Google Shape;496;p18"/>
          <p:cNvGrpSpPr/>
          <p:nvPr/>
        </p:nvGrpSpPr>
        <p:grpSpPr>
          <a:xfrm flipH="1">
            <a:off x="5091" y="-472343"/>
            <a:ext cx="1129225" cy="1439250"/>
            <a:chOff x="5173625" y="-443725"/>
            <a:chExt cx="1129225" cy="1439250"/>
          </a:xfrm>
        </p:grpSpPr>
        <p:sp>
          <p:nvSpPr>
            <p:cNvPr id="497" name="Google Shape;497;p18"/>
            <p:cNvSpPr/>
            <p:nvPr/>
          </p:nvSpPr>
          <p:spPr>
            <a:xfrm>
              <a:off x="5219975" y="-443725"/>
              <a:ext cx="1082875" cy="1320700"/>
            </a:xfrm>
            <a:custGeom>
              <a:avLst/>
              <a:gdLst/>
              <a:ahLst/>
              <a:cxnLst/>
              <a:rect l="l" t="t" r="r" b="b"/>
              <a:pathLst>
                <a:path w="43315" h="52828" fill="none" extrusionOk="0">
                  <a:moveTo>
                    <a:pt x="0" y="52828"/>
                  </a:moveTo>
                  <a:lnTo>
                    <a:pt x="0" y="25836"/>
                  </a:lnTo>
                  <a:lnTo>
                    <a:pt x="43314" y="25836"/>
                  </a:lnTo>
                  <a:lnTo>
                    <a:pt x="43314" y="0"/>
                  </a:lnTo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18"/>
            <p:cNvSpPr/>
            <p:nvPr/>
          </p:nvSpPr>
          <p:spPr>
            <a:xfrm>
              <a:off x="5173625" y="876950"/>
              <a:ext cx="117800" cy="118575"/>
            </a:xfrm>
            <a:custGeom>
              <a:avLst/>
              <a:gdLst/>
              <a:ahLst/>
              <a:cxnLst/>
              <a:rect l="l" t="t" r="r" b="b"/>
              <a:pathLst>
                <a:path w="4712" h="4743" fill="none" extrusionOk="0">
                  <a:moveTo>
                    <a:pt x="0" y="2037"/>
                  </a:moveTo>
                  <a:cubicBezTo>
                    <a:pt x="0" y="3830"/>
                    <a:pt x="2158" y="4742"/>
                    <a:pt x="3435" y="3466"/>
                  </a:cubicBezTo>
                  <a:cubicBezTo>
                    <a:pt x="4711" y="2189"/>
                    <a:pt x="3800" y="1"/>
                    <a:pt x="2006" y="1"/>
                  </a:cubicBezTo>
                  <a:cubicBezTo>
                    <a:pt x="882" y="31"/>
                    <a:pt x="0" y="912"/>
                    <a:pt x="0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9" name="Google Shape;499;p18"/>
          <p:cNvGrpSpPr/>
          <p:nvPr/>
        </p:nvGrpSpPr>
        <p:grpSpPr>
          <a:xfrm>
            <a:off x="8479270" y="-223284"/>
            <a:ext cx="1368260" cy="1078296"/>
            <a:chOff x="4231725" y="-443721"/>
            <a:chExt cx="1368260" cy="1078296"/>
          </a:xfrm>
        </p:grpSpPr>
        <p:sp>
          <p:nvSpPr>
            <p:cNvPr id="500" name="Google Shape;500;p18"/>
            <p:cNvSpPr/>
            <p:nvPr/>
          </p:nvSpPr>
          <p:spPr>
            <a:xfrm>
              <a:off x="4327869" y="-443721"/>
              <a:ext cx="1272116" cy="1006875"/>
            </a:xfrm>
            <a:custGeom>
              <a:avLst/>
              <a:gdLst/>
              <a:ahLst/>
              <a:cxnLst/>
              <a:rect l="l" t="t" r="r" b="b"/>
              <a:pathLst>
                <a:path w="32677" h="40275" fill="none" extrusionOk="0">
                  <a:moveTo>
                    <a:pt x="1" y="40274"/>
                  </a:moveTo>
                  <a:lnTo>
                    <a:pt x="32676" y="40274"/>
                  </a:lnTo>
                  <a:lnTo>
                    <a:pt x="32676" y="0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18"/>
            <p:cNvSpPr/>
            <p:nvPr/>
          </p:nvSpPr>
          <p:spPr>
            <a:xfrm>
              <a:off x="4231725" y="516000"/>
              <a:ext cx="117825" cy="118575"/>
            </a:xfrm>
            <a:custGeom>
              <a:avLst/>
              <a:gdLst/>
              <a:ahLst/>
              <a:cxnLst/>
              <a:rect l="l" t="t" r="r" b="b"/>
              <a:pathLst>
                <a:path w="4713" h="4743" fill="none" extrusionOk="0">
                  <a:moveTo>
                    <a:pt x="1" y="2037"/>
                  </a:moveTo>
                  <a:cubicBezTo>
                    <a:pt x="1" y="3830"/>
                    <a:pt x="2159" y="4742"/>
                    <a:pt x="3436" y="3466"/>
                  </a:cubicBezTo>
                  <a:cubicBezTo>
                    <a:pt x="4712" y="2189"/>
                    <a:pt x="3800" y="1"/>
                    <a:pt x="2007" y="31"/>
                  </a:cubicBezTo>
                  <a:cubicBezTo>
                    <a:pt x="882" y="31"/>
                    <a:pt x="1" y="912"/>
                    <a:pt x="1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2" name="Google Shape;502;p18"/>
          <p:cNvGrpSpPr/>
          <p:nvPr/>
        </p:nvGrpSpPr>
        <p:grpSpPr>
          <a:xfrm flipH="1">
            <a:off x="-98709" y="-223280"/>
            <a:ext cx="920275" cy="1078300"/>
            <a:chOff x="4679675" y="-443725"/>
            <a:chExt cx="920275" cy="1078300"/>
          </a:xfrm>
        </p:grpSpPr>
        <p:sp>
          <p:nvSpPr>
            <p:cNvPr id="503" name="Google Shape;503;p18"/>
            <p:cNvSpPr/>
            <p:nvPr/>
          </p:nvSpPr>
          <p:spPr>
            <a:xfrm>
              <a:off x="4783025" y="-443725"/>
              <a:ext cx="816925" cy="1006875"/>
            </a:xfrm>
            <a:custGeom>
              <a:avLst/>
              <a:gdLst/>
              <a:ahLst/>
              <a:cxnLst/>
              <a:rect l="l" t="t" r="r" b="b"/>
              <a:pathLst>
                <a:path w="32677" h="40275" fill="none" extrusionOk="0">
                  <a:moveTo>
                    <a:pt x="1" y="40274"/>
                  </a:moveTo>
                  <a:lnTo>
                    <a:pt x="32676" y="40274"/>
                  </a:lnTo>
                  <a:lnTo>
                    <a:pt x="32676" y="0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18"/>
            <p:cNvSpPr/>
            <p:nvPr/>
          </p:nvSpPr>
          <p:spPr>
            <a:xfrm>
              <a:off x="4679675" y="516000"/>
              <a:ext cx="117825" cy="118575"/>
            </a:xfrm>
            <a:custGeom>
              <a:avLst/>
              <a:gdLst/>
              <a:ahLst/>
              <a:cxnLst/>
              <a:rect l="l" t="t" r="r" b="b"/>
              <a:pathLst>
                <a:path w="4713" h="4743" fill="none" extrusionOk="0">
                  <a:moveTo>
                    <a:pt x="1" y="2037"/>
                  </a:moveTo>
                  <a:cubicBezTo>
                    <a:pt x="1" y="3830"/>
                    <a:pt x="2159" y="4742"/>
                    <a:pt x="3436" y="3466"/>
                  </a:cubicBezTo>
                  <a:cubicBezTo>
                    <a:pt x="4712" y="2189"/>
                    <a:pt x="3800" y="1"/>
                    <a:pt x="2007" y="31"/>
                  </a:cubicBezTo>
                  <a:cubicBezTo>
                    <a:pt x="882" y="31"/>
                    <a:pt x="1" y="912"/>
                    <a:pt x="1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5" name="Google Shape;505;p18"/>
          <p:cNvSpPr txBox="1">
            <a:spLocks noGrp="1"/>
          </p:cNvSpPr>
          <p:nvPr>
            <p:ph type="title"/>
          </p:nvPr>
        </p:nvSpPr>
        <p:spPr>
          <a:xfrm>
            <a:off x="1774800" y="539700"/>
            <a:ext cx="5594400" cy="47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"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19"/>
          <p:cNvSpPr txBox="1">
            <a:spLocks noGrp="1"/>
          </p:cNvSpPr>
          <p:nvPr>
            <p:ph type="title"/>
          </p:nvPr>
        </p:nvSpPr>
        <p:spPr>
          <a:xfrm>
            <a:off x="713325" y="539700"/>
            <a:ext cx="3524700" cy="47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grpSp>
        <p:nvGrpSpPr>
          <p:cNvPr id="508" name="Google Shape;508;p19"/>
          <p:cNvGrpSpPr/>
          <p:nvPr/>
        </p:nvGrpSpPr>
        <p:grpSpPr>
          <a:xfrm>
            <a:off x="6521425" y="-33816"/>
            <a:ext cx="2852632" cy="755873"/>
            <a:chOff x="6521425" y="153500"/>
            <a:chExt cx="2852632" cy="755873"/>
          </a:xfrm>
        </p:grpSpPr>
        <p:grpSp>
          <p:nvGrpSpPr>
            <p:cNvPr id="509" name="Google Shape;509;p19"/>
            <p:cNvGrpSpPr/>
            <p:nvPr/>
          </p:nvGrpSpPr>
          <p:grpSpPr>
            <a:xfrm>
              <a:off x="6521425" y="153500"/>
              <a:ext cx="2257381" cy="391400"/>
              <a:chOff x="6521425" y="153500"/>
              <a:chExt cx="2257381" cy="391400"/>
            </a:xfrm>
          </p:grpSpPr>
          <p:sp>
            <p:nvSpPr>
              <p:cNvPr id="510" name="Google Shape;510;p19"/>
              <p:cNvSpPr/>
              <p:nvPr/>
            </p:nvSpPr>
            <p:spPr>
              <a:xfrm>
                <a:off x="6623375" y="153500"/>
                <a:ext cx="2155431" cy="342293"/>
              </a:xfrm>
              <a:custGeom>
                <a:avLst/>
                <a:gdLst/>
                <a:ahLst/>
                <a:cxnLst/>
                <a:rect l="l" t="t" r="r" b="b"/>
                <a:pathLst>
                  <a:path w="49394" h="7844" extrusionOk="0">
                    <a:moveTo>
                      <a:pt x="41551" y="1"/>
                    </a:moveTo>
                    <a:lnTo>
                      <a:pt x="41369" y="31"/>
                    </a:lnTo>
                    <a:lnTo>
                      <a:pt x="34104" y="7235"/>
                    </a:lnTo>
                    <a:lnTo>
                      <a:pt x="0" y="7235"/>
                    </a:lnTo>
                    <a:lnTo>
                      <a:pt x="0" y="7843"/>
                    </a:lnTo>
                    <a:lnTo>
                      <a:pt x="34287" y="7843"/>
                    </a:lnTo>
                    <a:lnTo>
                      <a:pt x="34347" y="7813"/>
                    </a:lnTo>
                    <a:cubicBezTo>
                      <a:pt x="34378" y="7813"/>
                      <a:pt x="34439" y="7782"/>
                      <a:pt x="34469" y="7721"/>
                    </a:cubicBezTo>
                    <a:lnTo>
                      <a:pt x="41642" y="578"/>
                    </a:lnTo>
                    <a:lnTo>
                      <a:pt x="49393" y="578"/>
                    </a:lnTo>
                    <a:lnTo>
                      <a:pt x="493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19"/>
              <p:cNvSpPr/>
              <p:nvPr/>
            </p:nvSpPr>
            <p:spPr>
              <a:xfrm>
                <a:off x="6521425" y="427100"/>
                <a:ext cx="118575" cy="117800"/>
              </a:xfrm>
              <a:custGeom>
                <a:avLst/>
                <a:gdLst/>
                <a:ahLst/>
                <a:cxnLst/>
                <a:rect l="l" t="t" r="r" b="b"/>
                <a:pathLst>
                  <a:path w="4743" h="4712" fill="none" extrusionOk="0">
                    <a:moveTo>
                      <a:pt x="1" y="2007"/>
                    </a:moveTo>
                    <a:cubicBezTo>
                      <a:pt x="1" y="3830"/>
                      <a:pt x="2189" y="4712"/>
                      <a:pt x="3466" y="3466"/>
                    </a:cubicBezTo>
                    <a:cubicBezTo>
                      <a:pt x="4742" y="2189"/>
                      <a:pt x="3830" y="1"/>
                      <a:pt x="2037" y="1"/>
                    </a:cubicBezTo>
                    <a:cubicBezTo>
                      <a:pt x="912" y="1"/>
                      <a:pt x="1" y="912"/>
                      <a:pt x="1" y="2007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12" name="Google Shape;512;p19"/>
            <p:cNvGrpSpPr/>
            <p:nvPr/>
          </p:nvGrpSpPr>
          <p:grpSpPr>
            <a:xfrm>
              <a:off x="6826225" y="326868"/>
              <a:ext cx="2547832" cy="405548"/>
              <a:chOff x="6826225" y="344423"/>
              <a:chExt cx="2547832" cy="405548"/>
            </a:xfrm>
          </p:grpSpPr>
          <p:sp>
            <p:nvSpPr>
              <p:cNvPr id="513" name="Google Shape;513;p19"/>
              <p:cNvSpPr/>
              <p:nvPr/>
            </p:nvSpPr>
            <p:spPr>
              <a:xfrm>
                <a:off x="6928175" y="344423"/>
                <a:ext cx="2445882" cy="350889"/>
              </a:xfrm>
              <a:custGeom>
                <a:avLst/>
                <a:gdLst/>
                <a:ahLst/>
                <a:cxnLst/>
                <a:rect l="l" t="t" r="r" b="b"/>
                <a:pathLst>
                  <a:path w="56050" h="8041" extrusionOk="0">
                    <a:moveTo>
                      <a:pt x="43369" y="1"/>
                    </a:moveTo>
                    <a:cubicBezTo>
                      <a:pt x="43113" y="1"/>
                      <a:pt x="42857" y="119"/>
                      <a:pt x="42706" y="320"/>
                    </a:cubicBezTo>
                    <a:lnTo>
                      <a:pt x="35837" y="7190"/>
                    </a:lnTo>
                    <a:cubicBezTo>
                      <a:pt x="35776" y="7220"/>
                      <a:pt x="35746" y="7281"/>
                      <a:pt x="35685" y="7342"/>
                    </a:cubicBezTo>
                    <a:cubicBezTo>
                      <a:pt x="35654" y="7372"/>
                      <a:pt x="35624" y="7403"/>
                      <a:pt x="35594" y="7433"/>
                    </a:cubicBezTo>
                    <a:lnTo>
                      <a:pt x="0" y="7433"/>
                    </a:lnTo>
                    <a:lnTo>
                      <a:pt x="0" y="8041"/>
                    </a:lnTo>
                    <a:lnTo>
                      <a:pt x="35624" y="8041"/>
                    </a:lnTo>
                    <a:cubicBezTo>
                      <a:pt x="35806" y="8041"/>
                      <a:pt x="35989" y="7919"/>
                      <a:pt x="36141" y="7767"/>
                    </a:cubicBezTo>
                    <a:cubicBezTo>
                      <a:pt x="36171" y="7706"/>
                      <a:pt x="36202" y="7676"/>
                      <a:pt x="36232" y="7646"/>
                    </a:cubicBezTo>
                    <a:lnTo>
                      <a:pt x="43162" y="715"/>
                    </a:lnTo>
                    <a:lnTo>
                      <a:pt x="43193" y="655"/>
                    </a:lnTo>
                    <a:cubicBezTo>
                      <a:pt x="43223" y="594"/>
                      <a:pt x="43253" y="594"/>
                      <a:pt x="43497" y="594"/>
                    </a:cubicBezTo>
                    <a:lnTo>
                      <a:pt x="56050" y="594"/>
                    </a:lnTo>
                    <a:lnTo>
                      <a:pt x="56050" y="16"/>
                    </a:lnTo>
                    <a:lnTo>
                      <a:pt x="43527" y="16"/>
                    </a:lnTo>
                    <a:cubicBezTo>
                      <a:pt x="43475" y="6"/>
                      <a:pt x="43422" y="1"/>
                      <a:pt x="4336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19"/>
              <p:cNvSpPr/>
              <p:nvPr/>
            </p:nvSpPr>
            <p:spPr>
              <a:xfrm>
                <a:off x="6826225" y="632170"/>
                <a:ext cx="118575" cy="117800"/>
              </a:xfrm>
              <a:custGeom>
                <a:avLst/>
                <a:gdLst/>
                <a:ahLst/>
                <a:cxnLst/>
                <a:rect l="l" t="t" r="r" b="b"/>
                <a:pathLst>
                  <a:path w="4743" h="4712" fill="none" extrusionOk="0">
                    <a:moveTo>
                      <a:pt x="1" y="2007"/>
                    </a:moveTo>
                    <a:cubicBezTo>
                      <a:pt x="1" y="3830"/>
                      <a:pt x="2189" y="4712"/>
                      <a:pt x="3466" y="3466"/>
                    </a:cubicBezTo>
                    <a:cubicBezTo>
                      <a:pt x="4742" y="2189"/>
                      <a:pt x="3830" y="1"/>
                      <a:pt x="2037" y="1"/>
                    </a:cubicBezTo>
                    <a:cubicBezTo>
                      <a:pt x="912" y="1"/>
                      <a:pt x="1" y="912"/>
                      <a:pt x="1" y="2007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28575" cap="flat" cmpd="sng">
                <a:solidFill>
                  <a:schemeClr val="accent2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15" name="Google Shape;515;p19"/>
            <p:cNvSpPr/>
            <p:nvPr/>
          </p:nvSpPr>
          <p:spPr>
            <a:xfrm>
              <a:off x="6775775" y="828445"/>
              <a:ext cx="2424560" cy="26575"/>
            </a:xfrm>
            <a:custGeom>
              <a:avLst/>
              <a:gdLst/>
              <a:ahLst/>
              <a:cxnLst/>
              <a:rect l="l" t="t" r="r" b="b"/>
              <a:pathLst>
                <a:path w="39150" h="609" extrusionOk="0">
                  <a:moveTo>
                    <a:pt x="0" y="0"/>
                  </a:moveTo>
                  <a:lnTo>
                    <a:pt x="0" y="608"/>
                  </a:lnTo>
                  <a:lnTo>
                    <a:pt x="39150" y="608"/>
                  </a:lnTo>
                  <a:lnTo>
                    <a:pt x="391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19"/>
            <p:cNvSpPr/>
            <p:nvPr/>
          </p:nvSpPr>
          <p:spPr>
            <a:xfrm>
              <a:off x="6673825" y="791573"/>
              <a:ext cx="118575" cy="117800"/>
            </a:xfrm>
            <a:custGeom>
              <a:avLst/>
              <a:gdLst/>
              <a:ahLst/>
              <a:cxnLst/>
              <a:rect l="l" t="t" r="r" b="b"/>
              <a:pathLst>
                <a:path w="4743" h="4712" fill="none" extrusionOk="0">
                  <a:moveTo>
                    <a:pt x="1" y="2007"/>
                  </a:moveTo>
                  <a:cubicBezTo>
                    <a:pt x="1" y="3830"/>
                    <a:pt x="2189" y="4712"/>
                    <a:pt x="3466" y="3466"/>
                  </a:cubicBezTo>
                  <a:cubicBezTo>
                    <a:pt x="4742" y="2189"/>
                    <a:pt x="3830" y="1"/>
                    <a:pt x="2037" y="1"/>
                  </a:cubicBezTo>
                  <a:cubicBezTo>
                    <a:pt x="912" y="1"/>
                    <a:pt x="1" y="912"/>
                    <a:pt x="1" y="200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_1"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20"/>
          <p:cNvSpPr txBox="1">
            <a:spLocks noGrp="1"/>
          </p:cNvSpPr>
          <p:nvPr>
            <p:ph type="title"/>
          </p:nvPr>
        </p:nvSpPr>
        <p:spPr>
          <a:xfrm>
            <a:off x="713325" y="539700"/>
            <a:ext cx="7717500" cy="47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grpSp>
        <p:nvGrpSpPr>
          <p:cNvPr id="519" name="Google Shape;519;p20"/>
          <p:cNvGrpSpPr/>
          <p:nvPr/>
        </p:nvGrpSpPr>
        <p:grpSpPr>
          <a:xfrm>
            <a:off x="-217866" y="4785686"/>
            <a:ext cx="2014791" cy="473128"/>
            <a:chOff x="-35118" y="4342063"/>
            <a:chExt cx="2014791" cy="473128"/>
          </a:xfrm>
        </p:grpSpPr>
        <p:sp>
          <p:nvSpPr>
            <p:cNvPr id="520" name="Google Shape;520;p20"/>
            <p:cNvSpPr/>
            <p:nvPr/>
          </p:nvSpPr>
          <p:spPr>
            <a:xfrm rot="-5400000">
              <a:off x="712889" y="3641646"/>
              <a:ext cx="425539" cy="1921552"/>
            </a:xfrm>
            <a:custGeom>
              <a:avLst/>
              <a:gdLst/>
              <a:ahLst/>
              <a:cxnLst/>
              <a:rect l="l" t="t" r="r" b="b"/>
              <a:pathLst>
                <a:path w="11430" h="51613" extrusionOk="0">
                  <a:moveTo>
                    <a:pt x="0" y="1"/>
                  </a:moveTo>
                  <a:lnTo>
                    <a:pt x="0" y="17995"/>
                  </a:lnTo>
                  <a:lnTo>
                    <a:pt x="31" y="18056"/>
                  </a:lnTo>
                  <a:cubicBezTo>
                    <a:pt x="61" y="18117"/>
                    <a:pt x="91" y="18147"/>
                    <a:pt x="122" y="18177"/>
                  </a:cubicBezTo>
                  <a:lnTo>
                    <a:pt x="10852" y="28877"/>
                  </a:lnTo>
                  <a:lnTo>
                    <a:pt x="10852" y="51612"/>
                  </a:lnTo>
                  <a:lnTo>
                    <a:pt x="11429" y="51612"/>
                  </a:lnTo>
                  <a:lnTo>
                    <a:pt x="11429" y="28633"/>
                  </a:lnTo>
                  <a:lnTo>
                    <a:pt x="669" y="17873"/>
                  </a:lnTo>
                  <a:lnTo>
                    <a:pt x="608" y="17813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20"/>
            <p:cNvSpPr/>
            <p:nvPr/>
          </p:nvSpPr>
          <p:spPr>
            <a:xfrm>
              <a:off x="1861099" y="4342063"/>
              <a:ext cx="118575" cy="118575"/>
            </a:xfrm>
            <a:custGeom>
              <a:avLst/>
              <a:gdLst/>
              <a:ahLst/>
              <a:cxnLst/>
              <a:rect l="l" t="t" r="r" b="b"/>
              <a:pathLst>
                <a:path w="4743" h="4743" fill="none" extrusionOk="0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2" name="Google Shape;522;p20"/>
          <p:cNvGrpSpPr/>
          <p:nvPr/>
        </p:nvGrpSpPr>
        <p:grpSpPr>
          <a:xfrm>
            <a:off x="-519445" y="4548261"/>
            <a:ext cx="2014791" cy="473128"/>
            <a:chOff x="-35118" y="4342063"/>
            <a:chExt cx="2014791" cy="473128"/>
          </a:xfrm>
        </p:grpSpPr>
        <p:sp>
          <p:nvSpPr>
            <p:cNvPr id="523" name="Google Shape;523;p20"/>
            <p:cNvSpPr/>
            <p:nvPr/>
          </p:nvSpPr>
          <p:spPr>
            <a:xfrm rot="-5400000">
              <a:off x="712889" y="3641646"/>
              <a:ext cx="425539" cy="1921552"/>
            </a:xfrm>
            <a:custGeom>
              <a:avLst/>
              <a:gdLst/>
              <a:ahLst/>
              <a:cxnLst/>
              <a:rect l="l" t="t" r="r" b="b"/>
              <a:pathLst>
                <a:path w="11430" h="51613" extrusionOk="0">
                  <a:moveTo>
                    <a:pt x="0" y="1"/>
                  </a:moveTo>
                  <a:lnTo>
                    <a:pt x="0" y="17995"/>
                  </a:lnTo>
                  <a:lnTo>
                    <a:pt x="31" y="18056"/>
                  </a:lnTo>
                  <a:cubicBezTo>
                    <a:pt x="61" y="18117"/>
                    <a:pt x="91" y="18147"/>
                    <a:pt x="122" y="18177"/>
                  </a:cubicBezTo>
                  <a:lnTo>
                    <a:pt x="10852" y="28877"/>
                  </a:lnTo>
                  <a:lnTo>
                    <a:pt x="10852" y="51612"/>
                  </a:lnTo>
                  <a:lnTo>
                    <a:pt x="11429" y="51612"/>
                  </a:lnTo>
                  <a:lnTo>
                    <a:pt x="11429" y="28633"/>
                  </a:lnTo>
                  <a:lnTo>
                    <a:pt x="669" y="17873"/>
                  </a:lnTo>
                  <a:lnTo>
                    <a:pt x="608" y="17813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20"/>
            <p:cNvSpPr/>
            <p:nvPr/>
          </p:nvSpPr>
          <p:spPr>
            <a:xfrm>
              <a:off x="1861099" y="4342063"/>
              <a:ext cx="118575" cy="118575"/>
            </a:xfrm>
            <a:custGeom>
              <a:avLst/>
              <a:gdLst/>
              <a:ahLst/>
              <a:cxnLst/>
              <a:rect l="l" t="t" r="r" b="b"/>
              <a:pathLst>
                <a:path w="4743" h="4743" fill="none" extrusionOk="0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5" name="Google Shape;525;p20"/>
          <p:cNvGrpSpPr/>
          <p:nvPr/>
        </p:nvGrpSpPr>
        <p:grpSpPr>
          <a:xfrm>
            <a:off x="283349" y="-475160"/>
            <a:ext cx="482550" cy="1505350"/>
            <a:chOff x="3121150" y="-443725"/>
            <a:chExt cx="482550" cy="1505350"/>
          </a:xfrm>
        </p:grpSpPr>
        <p:sp>
          <p:nvSpPr>
            <p:cNvPr id="526" name="Google Shape;526;p20"/>
            <p:cNvSpPr/>
            <p:nvPr/>
          </p:nvSpPr>
          <p:spPr>
            <a:xfrm>
              <a:off x="3121150" y="-443725"/>
              <a:ext cx="427075" cy="1386800"/>
            </a:xfrm>
            <a:custGeom>
              <a:avLst/>
              <a:gdLst/>
              <a:ahLst/>
              <a:cxnLst/>
              <a:rect l="l" t="t" r="r" b="b"/>
              <a:pathLst>
                <a:path w="17083" h="55472" fill="none" extrusionOk="0">
                  <a:moveTo>
                    <a:pt x="17083" y="55472"/>
                  </a:moveTo>
                  <a:lnTo>
                    <a:pt x="17083" y="40669"/>
                  </a:lnTo>
                  <a:lnTo>
                    <a:pt x="0" y="40669"/>
                  </a:ln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20"/>
            <p:cNvSpPr/>
            <p:nvPr/>
          </p:nvSpPr>
          <p:spPr>
            <a:xfrm>
              <a:off x="3485125" y="943825"/>
              <a:ext cx="118575" cy="117800"/>
            </a:xfrm>
            <a:custGeom>
              <a:avLst/>
              <a:gdLst/>
              <a:ahLst/>
              <a:cxnLst/>
              <a:rect l="l" t="t" r="r" b="b"/>
              <a:pathLst>
                <a:path w="4743" h="4712" fill="none" extrusionOk="0">
                  <a:moveTo>
                    <a:pt x="4743" y="2006"/>
                  </a:moveTo>
                  <a:cubicBezTo>
                    <a:pt x="4743" y="3830"/>
                    <a:pt x="2554" y="4712"/>
                    <a:pt x="1277" y="3465"/>
                  </a:cubicBezTo>
                  <a:cubicBezTo>
                    <a:pt x="1" y="2189"/>
                    <a:pt x="913" y="0"/>
                    <a:pt x="2706" y="0"/>
                  </a:cubicBezTo>
                  <a:cubicBezTo>
                    <a:pt x="3831" y="0"/>
                    <a:pt x="4743" y="912"/>
                    <a:pt x="4743" y="2006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8" name="Google Shape;528;p20"/>
          <p:cNvGrpSpPr/>
          <p:nvPr/>
        </p:nvGrpSpPr>
        <p:grpSpPr>
          <a:xfrm>
            <a:off x="87035" y="-122260"/>
            <a:ext cx="482550" cy="1505350"/>
            <a:chOff x="3121150" y="-443725"/>
            <a:chExt cx="482550" cy="1505350"/>
          </a:xfrm>
        </p:grpSpPr>
        <p:sp>
          <p:nvSpPr>
            <p:cNvPr id="529" name="Google Shape;529;p20"/>
            <p:cNvSpPr/>
            <p:nvPr/>
          </p:nvSpPr>
          <p:spPr>
            <a:xfrm>
              <a:off x="3121150" y="-443725"/>
              <a:ext cx="427075" cy="1386800"/>
            </a:xfrm>
            <a:custGeom>
              <a:avLst/>
              <a:gdLst/>
              <a:ahLst/>
              <a:cxnLst/>
              <a:rect l="l" t="t" r="r" b="b"/>
              <a:pathLst>
                <a:path w="17083" h="55472" fill="none" extrusionOk="0">
                  <a:moveTo>
                    <a:pt x="17083" y="55472"/>
                  </a:moveTo>
                  <a:lnTo>
                    <a:pt x="17083" y="40669"/>
                  </a:lnTo>
                  <a:lnTo>
                    <a:pt x="0" y="40669"/>
                  </a:ln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20"/>
            <p:cNvSpPr/>
            <p:nvPr/>
          </p:nvSpPr>
          <p:spPr>
            <a:xfrm>
              <a:off x="3485125" y="943825"/>
              <a:ext cx="118575" cy="117800"/>
            </a:xfrm>
            <a:custGeom>
              <a:avLst/>
              <a:gdLst/>
              <a:ahLst/>
              <a:cxnLst/>
              <a:rect l="l" t="t" r="r" b="b"/>
              <a:pathLst>
                <a:path w="4743" h="4712" fill="none" extrusionOk="0">
                  <a:moveTo>
                    <a:pt x="4743" y="2006"/>
                  </a:moveTo>
                  <a:cubicBezTo>
                    <a:pt x="4743" y="3830"/>
                    <a:pt x="2554" y="4712"/>
                    <a:pt x="1277" y="3465"/>
                  </a:cubicBezTo>
                  <a:cubicBezTo>
                    <a:pt x="1" y="2189"/>
                    <a:pt x="913" y="0"/>
                    <a:pt x="2706" y="0"/>
                  </a:cubicBezTo>
                  <a:cubicBezTo>
                    <a:pt x="3831" y="0"/>
                    <a:pt x="4743" y="912"/>
                    <a:pt x="4743" y="2006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1" name="Google Shape;531;p20"/>
          <p:cNvGrpSpPr/>
          <p:nvPr/>
        </p:nvGrpSpPr>
        <p:grpSpPr>
          <a:xfrm flipH="1">
            <a:off x="8377659" y="-483877"/>
            <a:ext cx="482550" cy="1505350"/>
            <a:chOff x="3121150" y="-443725"/>
            <a:chExt cx="482550" cy="1505350"/>
          </a:xfrm>
        </p:grpSpPr>
        <p:sp>
          <p:nvSpPr>
            <p:cNvPr id="532" name="Google Shape;532;p20"/>
            <p:cNvSpPr/>
            <p:nvPr/>
          </p:nvSpPr>
          <p:spPr>
            <a:xfrm>
              <a:off x="3121150" y="-443725"/>
              <a:ext cx="427075" cy="1386800"/>
            </a:xfrm>
            <a:custGeom>
              <a:avLst/>
              <a:gdLst/>
              <a:ahLst/>
              <a:cxnLst/>
              <a:rect l="l" t="t" r="r" b="b"/>
              <a:pathLst>
                <a:path w="17083" h="55472" fill="none" extrusionOk="0">
                  <a:moveTo>
                    <a:pt x="17083" y="55472"/>
                  </a:moveTo>
                  <a:lnTo>
                    <a:pt x="17083" y="40669"/>
                  </a:lnTo>
                  <a:lnTo>
                    <a:pt x="0" y="40669"/>
                  </a:ln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20"/>
            <p:cNvSpPr/>
            <p:nvPr/>
          </p:nvSpPr>
          <p:spPr>
            <a:xfrm>
              <a:off x="3485125" y="943825"/>
              <a:ext cx="118575" cy="117800"/>
            </a:xfrm>
            <a:custGeom>
              <a:avLst/>
              <a:gdLst/>
              <a:ahLst/>
              <a:cxnLst/>
              <a:rect l="l" t="t" r="r" b="b"/>
              <a:pathLst>
                <a:path w="4743" h="4712" fill="none" extrusionOk="0">
                  <a:moveTo>
                    <a:pt x="4743" y="2006"/>
                  </a:moveTo>
                  <a:cubicBezTo>
                    <a:pt x="4743" y="3830"/>
                    <a:pt x="2554" y="4712"/>
                    <a:pt x="1277" y="3465"/>
                  </a:cubicBezTo>
                  <a:cubicBezTo>
                    <a:pt x="1" y="2189"/>
                    <a:pt x="913" y="0"/>
                    <a:pt x="2706" y="0"/>
                  </a:cubicBezTo>
                  <a:cubicBezTo>
                    <a:pt x="3831" y="0"/>
                    <a:pt x="4743" y="912"/>
                    <a:pt x="4743" y="2006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4" name="Google Shape;534;p20"/>
          <p:cNvGrpSpPr/>
          <p:nvPr/>
        </p:nvGrpSpPr>
        <p:grpSpPr>
          <a:xfrm flipH="1">
            <a:off x="8573974" y="-130977"/>
            <a:ext cx="482550" cy="1505350"/>
            <a:chOff x="3121150" y="-443725"/>
            <a:chExt cx="482550" cy="1505350"/>
          </a:xfrm>
        </p:grpSpPr>
        <p:sp>
          <p:nvSpPr>
            <p:cNvPr id="535" name="Google Shape;535;p20"/>
            <p:cNvSpPr/>
            <p:nvPr/>
          </p:nvSpPr>
          <p:spPr>
            <a:xfrm>
              <a:off x="3121150" y="-443725"/>
              <a:ext cx="427075" cy="1386800"/>
            </a:xfrm>
            <a:custGeom>
              <a:avLst/>
              <a:gdLst/>
              <a:ahLst/>
              <a:cxnLst/>
              <a:rect l="l" t="t" r="r" b="b"/>
              <a:pathLst>
                <a:path w="17083" h="55472" fill="none" extrusionOk="0">
                  <a:moveTo>
                    <a:pt x="17083" y="55472"/>
                  </a:moveTo>
                  <a:lnTo>
                    <a:pt x="17083" y="40669"/>
                  </a:lnTo>
                  <a:lnTo>
                    <a:pt x="0" y="40669"/>
                  </a:ln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0"/>
            <p:cNvSpPr/>
            <p:nvPr/>
          </p:nvSpPr>
          <p:spPr>
            <a:xfrm>
              <a:off x="3485125" y="943825"/>
              <a:ext cx="118575" cy="117800"/>
            </a:xfrm>
            <a:custGeom>
              <a:avLst/>
              <a:gdLst/>
              <a:ahLst/>
              <a:cxnLst/>
              <a:rect l="l" t="t" r="r" b="b"/>
              <a:pathLst>
                <a:path w="4743" h="4712" fill="none" extrusionOk="0">
                  <a:moveTo>
                    <a:pt x="4743" y="2006"/>
                  </a:moveTo>
                  <a:cubicBezTo>
                    <a:pt x="4743" y="3830"/>
                    <a:pt x="2554" y="4712"/>
                    <a:pt x="1277" y="3465"/>
                  </a:cubicBezTo>
                  <a:cubicBezTo>
                    <a:pt x="1" y="2189"/>
                    <a:pt x="913" y="0"/>
                    <a:pt x="2706" y="0"/>
                  </a:cubicBezTo>
                  <a:cubicBezTo>
                    <a:pt x="3831" y="0"/>
                    <a:pt x="4743" y="912"/>
                    <a:pt x="4743" y="2006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1_1_1"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8" name="Google Shape;538;p21"/>
          <p:cNvGrpSpPr/>
          <p:nvPr/>
        </p:nvGrpSpPr>
        <p:grpSpPr>
          <a:xfrm rot="10800000" flipH="1">
            <a:off x="7503134" y="4535967"/>
            <a:ext cx="920275" cy="1078300"/>
            <a:chOff x="4679675" y="-443725"/>
            <a:chExt cx="920275" cy="1078300"/>
          </a:xfrm>
        </p:grpSpPr>
        <p:sp>
          <p:nvSpPr>
            <p:cNvPr id="539" name="Google Shape;539;p21"/>
            <p:cNvSpPr/>
            <p:nvPr/>
          </p:nvSpPr>
          <p:spPr>
            <a:xfrm>
              <a:off x="4783025" y="-443725"/>
              <a:ext cx="816925" cy="1006875"/>
            </a:xfrm>
            <a:custGeom>
              <a:avLst/>
              <a:gdLst/>
              <a:ahLst/>
              <a:cxnLst/>
              <a:rect l="l" t="t" r="r" b="b"/>
              <a:pathLst>
                <a:path w="32677" h="40275" fill="none" extrusionOk="0">
                  <a:moveTo>
                    <a:pt x="1" y="40274"/>
                  </a:moveTo>
                  <a:lnTo>
                    <a:pt x="32676" y="40274"/>
                  </a:lnTo>
                  <a:lnTo>
                    <a:pt x="32676" y="0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21"/>
            <p:cNvSpPr/>
            <p:nvPr/>
          </p:nvSpPr>
          <p:spPr>
            <a:xfrm>
              <a:off x="4679675" y="516000"/>
              <a:ext cx="117825" cy="118575"/>
            </a:xfrm>
            <a:custGeom>
              <a:avLst/>
              <a:gdLst/>
              <a:ahLst/>
              <a:cxnLst/>
              <a:rect l="l" t="t" r="r" b="b"/>
              <a:pathLst>
                <a:path w="4713" h="4743" fill="none" extrusionOk="0">
                  <a:moveTo>
                    <a:pt x="1" y="2037"/>
                  </a:moveTo>
                  <a:cubicBezTo>
                    <a:pt x="1" y="3830"/>
                    <a:pt x="2159" y="4742"/>
                    <a:pt x="3436" y="3466"/>
                  </a:cubicBezTo>
                  <a:cubicBezTo>
                    <a:pt x="4712" y="2189"/>
                    <a:pt x="3800" y="1"/>
                    <a:pt x="2007" y="31"/>
                  </a:cubicBezTo>
                  <a:cubicBezTo>
                    <a:pt x="882" y="31"/>
                    <a:pt x="1" y="912"/>
                    <a:pt x="1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1" name="Google Shape;541;p21"/>
          <p:cNvGrpSpPr/>
          <p:nvPr/>
        </p:nvGrpSpPr>
        <p:grpSpPr>
          <a:xfrm rot="10800000" flipH="1">
            <a:off x="7997084" y="4251217"/>
            <a:ext cx="1129225" cy="1439250"/>
            <a:chOff x="5173625" y="-443725"/>
            <a:chExt cx="1129225" cy="1439250"/>
          </a:xfrm>
        </p:grpSpPr>
        <p:sp>
          <p:nvSpPr>
            <p:cNvPr id="542" name="Google Shape;542;p21"/>
            <p:cNvSpPr/>
            <p:nvPr/>
          </p:nvSpPr>
          <p:spPr>
            <a:xfrm>
              <a:off x="5219975" y="-443725"/>
              <a:ext cx="1082875" cy="1320700"/>
            </a:xfrm>
            <a:custGeom>
              <a:avLst/>
              <a:gdLst/>
              <a:ahLst/>
              <a:cxnLst/>
              <a:rect l="l" t="t" r="r" b="b"/>
              <a:pathLst>
                <a:path w="43315" h="52828" fill="none" extrusionOk="0">
                  <a:moveTo>
                    <a:pt x="0" y="52828"/>
                  </a:moveTo>
                  <a:lnTo>
                    <a:pt x="0" y="25836"/>
                  </a:lnTo>
                  <a:lnTo>
                    <a:pt x="43314" y="25836"/>
                  </a:lnTo>
                  <a:lnTo>
                    <a:pt x="43314" y="0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1"/>
            <p:cNvSpPr/>
            <p:nvPr/>
          </p:nvSpPr>
          <p:spPr>
            <a:xfrm>
              <a:off x="5173625" y="876950"/>
              <a:ext cx="117800" cy="118575"/>
            </a:xfrm>
            <a:custGeom>
              <a:avLst/>
              <a:gdLst/>
              <a:ahLst/>
              <a:cxnLst/>
              <a:rect l="l" t="t" r="r" b="b"/>
              <a:pathLst>
                <a:path w="4712" h="4743" fill="none" extrusionOk="0">
                  <a:moveTo>
                    <a:pt x="0" y="2037"/>
                  </a:moveTo>
                  <a:cubicBezTo>
                    <a:pt x="0" y="3830"/>
                    <a:pt x="2158" y="4742"/>
                    <a:pt x="3435" y="3466"/>
                  </a:cubicBezTo>
                  <a:cubicBezTo>
                    <a:pt x="4711" y="2189"/>
                    <a:pt x="3800" y="1"/>
                    <a:pt x="2006" y="1"/>
                  </a:cubicBezTo>
                  <a:cubicBezTo>
                    <a:pt x="882" y="31"/>
                    <a:pt x="0" y="912"/>
                    <a:pt x="0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4" name="Google Shape;544;p21"/>
          <p:cNvGrpSpPr/>
          <p:nvPr/>
        </p:nvGrpSpPr>
        <p:grpSpPr>
          <a:xfrm rot="10800000" flipH="1">
            <a:off x="8527088" y="4255494"/>
            <a:ext cx="2240950" cy="1657325"/>
            <a:chOff x="4603700" y="-443725"/>
            <a:chExt cx="2240950" cy="1657325"/>
          </a:xfrm>
        </p:grpSpPr>
        <p:sp>
          <p:nvSpPr>
            <p:cNvPr id="545" name="Google Shape;545;p21"/>
            <p:cNvSpPr/>
            <p:nvPr/>
          </p:nvSpPr>
          <p:spPr>
            <a:xfrm>
              <a:off x="4689575" y="-443725"/>
              <a:ext cx="2155075" cy="1560825"/>
            </a:xfrm>
            <a:custGeom>
              <a:avLst/>
              <a:gdLst/>
              <a:ahLst/>
              <a:cxnLst/>
              <a:rect l="l" t="t" r="r" b="b"/>
              <a:pathLst>
                <a:path w="86203" h="62433" fill="none" extrusionOk="0">
                  <a:moveTo>
                    <a:pt x="0" y="62433"/>
                  </a:moveTo>
                  <a:lnTo>
                    <a:pt x="51916" y="14833"/>
                  </a:lnTo>
                  <a:lnTo>
                    <a:pt x="86202" y="14833"/>
                  </a:lnTo>
                  <a:lnTo>
                    <a:pt x="86202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21"/>
            <p:cNvSpPr/>
            <p:nvPr/>
          </p:nvSpPr>
          <p:spPr>
            <a:xfrm>
              <a:off x="4603700" y="1095800"/>
              <a:ext cx="117800" cy="117800"/>
            </a:xfrm>
            <a:custGeom>
              <a:avLst/>
              <a:gdLst/>
              <a:ahLst/>
              <a:cxnLst/>
              <a:rect l="l" t="t" r="r" b="b"/>
              <a:pathLst>
                <a:path w="4712" h="4712" fill="none" extrusionOk="0">
                  <a:moveTo>
                    <a:pt x="0" y="2007"/>
                  </a:moveTo>
                  <a:cubicBezTo>
                    <a:pt x="0" y="3830"/>
                    <a:pt x="2158" y="4712"/>
                    <a:pt x="3435" y="3466"/>
                  </a:cubicBezTo>
                  <a:cubicBezTo>
                    <a:pt x="4712" y="2189"/>
                    <a:pt x="3800" y="0"/>
                    <a:pt x="2006" y="0"/>
                  </a:cubicBezTo>
                  <a:cubicBezTo>
                    <a:pt x="882" y="0"/>
                    <a:pt x="0" y="912"/>
                    <a:pt x="0" y="200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7" name="Google Shape;547;p21"/>
          <p:cNvGrpSpPr/>
          <p:nvPr/>
        </p:nvGrpSpPr>
        <p:grpSpPr>
          <a:xfrm rot="10800000">
            <a:off x="7021" y="-639006"/>
            <a:ext cx="1623175" cy="1972650"/>
            <a:chOff x="4193384" y="4053542"/>
            <a:chExt cx="1623175" cy="1972650"/>
          </a:xfrm>
        </p:grpSpPr>
        <p:grpSp>
          <p:nvGrpSpPr>
            <p:cNvPr id="548" name="Google Shape;548;p21"/>
            <p:cNvGrpSpPr/>
            <p:nvPr/>
          </p:nvGrpSpPr>
          <p:grpSpPr>
            <a:xfrm rot="10800000" flipH="1">
              <a:off x="4193384" y="4947892"/>
              <a:ext cx="920275" cy="1078300"/>
              <a:chOff x="4679675" y="-1053325"/>
              <a:chExt cx="920275" cy="1078300"/>
            </a:xfrm>
          </p:grpSpPr>
          <p:sp>
            <p:nvSpPr>
              <p:cNvPr id="549" name="Google Shape;549;p21"/>
              <p:cNvSpPr/>
              <p:nvPr/>
            </p:nvSpPr>
            <p:spPr>
              <a:xfrm>
                <a:off x="4783025" y="-1053325"/>
                <a:ext cx="816925" cy="1006875"/>
              </a:xfrm>
              <a:custGeom>
                <a:avLst/>
                <a:gdLst/>
                <a:ahLst/>
                <a:cxnLst/>
                <a:rect l="l" t="t" r="r" b="b"/>
                <a:pathLst>
                  <a:path w="32677" h="40275" fill="none" extrusionOk="0">
                    <a:moveTo>
                      <a:pt x="1" y="40274"/>
                    </a:moveTo>
                    <a:lnTo>
                      <a:pt x="32676" y="40274"/>
                    </a:lnTo>
                    <a:lnTo>
                      <a:pt x="32676" y="0"/>
                    </a:ln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21"/>
              <p:cNvSpPr/>
              <p:nvPr/>
            </p:nvSpPr>
            <p:spPr>
              <a:xfrm>
                <a:off x="4679675" y="-93600"/>
                <a:ext cx="117825" cy="118575"/>
              </a:xfrm>
              <a:custGeom>
                <a:avLst/>
                <a:gdLst/>
                <a:ahLst/>
                <a:cxnLst/>
                <a:rect l="l" t="t" r="r" b="b"/>
                <a:pathLst>
                  <a:path w="4713" h="4743" fill="none" extrusionOk="0">
                    <a:moveTo>
                      <a:pt x="1" y="2037"/>
                    </a:moveTo>
                    <a:cubicBezTo>
                      <a:pt x="1" y="3830"/>
                      <a:pt x="2159" y="4742"/>
                      <a:pt x="3436" y="3466"/>
                    </a:cubicBezTo>
                    <a:cubicBezTo>
                      <a:pt x="4712" y="2189"/>
                      <a:pt x="3800" y="1"/>
                      <a:pt x="2007" y="31"/>
                    </a:cubicBezTo>
                    <a:cubicBezTo>
                      <a:pt x="882" y="31"/>
                      <a:pt x="1" y="912"/>
                      <a:pt x="1" y="2037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1" name="Google Shape;551;p21"/>
            <p:cNvGrpSpPr/>
            <p:nvPr/>
          </p:nvGrpSpPr>
          <p:grpSpPr>
            <a:xfrm rot="10800000" flipH="1">
              <a:off x="4687334" y="4053542"/>
              <a:ext cx="1129225" cy="1439250"/>
              <a:chOff x="5173625" y="-443725"/>
              <a:chExt cx="1129225" cy="1439250"/>
            </a:xfrm>
          </p:grpSpPr>
          <p:sp>
            <p:nvSpPr>
              <p:cNvPr id="552" name="Google Shape;552;p21"/>
              <p:cNvSpPr/>
              <p:nvPr/>
            </p:nvSpPr>
            <p:spPr>
              <a:xfrm>
                <a:off x="5219975" y="-443725"/>
                <a:ext cx="1082875" cy="1320700"/>
              </a:xfrm>
              <a:custGeom>
                <a:avLst/>
                <a:gdLst/>
                <a:ahLst/>
                <a:cxnLst/>
                <a:rect l="l" t="t" r="r" b="b"/>
                <a:pathLst>
                  <a:path w="43315" h="52828" fill="none" extrusionOk="0">
                    <a:moveTo>
                      <a:pt x="0" y="52828"/>
                    </a:moveTo>
                    <a:lnTo>
                      <a:pt x="0" y="25836"/>
                    </a:lnTo>
                    <a:lnTo>
                      <a:pt x="43314" y="25836"/>
                    </a:lnTo>
                    <a:lnTo>
                      <a:pt x="43314" y="0"/>
                    </a:lnTo>
                  </a:path>
                </a:pathLst>
              </a:custGeom>
              <a:noFill/>
              <a:ln w="28575" cap="flat" cmpd="sng">
                <a:solidFill>
                  <a:schemeClr val="accent2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Google Shape;553;p21"/>
              <p:cNvSpPr/>
              <p:nvPr/>
            </p:nvSpPr>
            <p:spPr>
              <a:xfrm>
                <a:off x="5173625" y="876950"/>
                <a:ext cx="117800" cy="118575"/>
              </a:xfrm>
              <a:custGeom>
                <a:avLst/>
                <a:gdLst/>
                <a:ahLst/>
                <a:cxnLst/>
                <a:rect l="l" t="t" r="r" b="b"/>
                <a:pathLst>
                  <a:path w="4712" h="4743" fill="none" extrusionOk="0">
                    <a:moveTo>
                      <a:pt x="0" y="2037"/>
                    </a:moveTo>
                    <a:cubicBezTo>
                      <a:pt x="0" y="3830"/>
                      <a:pt x="2158" y="4742"/>
                      <a:pt x="3435" y="3466"/>
                    </a:cubicBezTo>
                    <a:cubicBezTo>
                      <a:pt x="4711" y="2189"/>
                      <a:pt x="3800" y="1"/>
                      <a:pt x="2006" y="1"/>
                    </a:cubicBezTo>
                    <a:cubicBezTo>
                      <a:pt x="882" y="31"/>
                      <a:pt x="0" y="912"/>
                      <a:pt x="0" y="2037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accent2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54" name="Google Shape;554;p21"/>
          <p:cNvGrpSpPr/>
          <p:nvPr/>
        </p:nvGrpSpPr>
        <p:grpSpPr>
          <a:xfrm>
            <a:off x="-1256133" y="715243"/>
            <a:ext cx="2014791" cy="473128"/>
            <a:chOff x="-35118" y="4342063"/>
            <a:chExt cx="2014791" cy="473128"/>
          </a:xfrm>
        </p:grpSpPr>
        <p:sp>
          <p:nvSpPr>
            <p:cNvPr id="555" name="Google Shape;555;p21"/>
            <p:cNvSpPr/>
            <p:nvPr/>
          </p:nvSpPr>
          <p:spPr>
            <a:xfrm rot="-5400000">
              <a:off x="712889" y="3641646"/>
              <a:ext cx="425539" cy="1921552"/>
            </a:xfrm>
            <a:custGeom>
              <a:avLst/>
              <a:gdLst/>
              <a:ahLst/>
              <a:cxnLst/>
              <a:rect l="l" t="t" r="r" b="b"/>
              <a:pathLst>
                <a:path w="11430" h="51613" extrusionOk="0">
                  <a:moveTo>
                    <a:pt x="0" y="1"/>
                  </a:moveTo>
                  <a:lnTo>
                    <a:pt x="0" y="17995"/>
                  </a:lnTo>
                  <a:lnTo>
                    <a:pt x="31" y="18056"/>
                  </a:lnTo>
                  <a:cubicBezTo>
                    <a:pt x="61" y="18117"/>
                    <a:pt x="91" y="18147"/>
                    <a:pt x="122" y="18177"/>
                  </a:cubicBezTo>
                  <a:lnTo>
                    <a:pt x="10852" y="28877"/>
                  </a:lnTo>
                  <a:lnTo>
                    <a:pt x="10852" y="51612"/>
                  </a:lnTo>
                  <a:lnTo>
                    <a:pt x="11429" y="51612"/>
                  </a:lnTo>
                  <a:lnTo>
                    <a:pt x="11429" y="28633"/>
                  </a:lnTo>
                  <a:lnTo>
                    <a:pt x="669" y="17873"/>
                  </a:lnTo>
                  <a:lnTo>
                    <a:pt x="608" y="17813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21"/>
            <p:cNvSpPr/>
            <p:nvPr/>
          </p:nvSpPr>
          <p:spPr>
            <a:xfrm>
              <a:off x="1861099" y="4342063"/>
              <a:ext cx="118575" cy="118575"/>
            </a:xfrm>
            <a:custGeom>
              <a:avLst/>
              <a:gdLst/>
              <a:ahLst/>
              <a:cxnLst/>
              <a:rect l="l" t="t" r="r" b="b"/>
              <a:pathLst>
                <a:path w="4743" h="4743" fill="none" extrusionOk="0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7" name="Google Shape;557;p21"/>
          <p:cNvGrpSpPr/>
          <p:nvPr/>
        </p:nvGrpSpPr>
        <p:grpSpPr>
          <a:xfrm>
            <a:off x="-1179939" y="967068"/>
            <a:ext cx="2014791" cy="473128"/>
            <a:chOff x="-35118" y="4342063"/>
            <a:chExt cx="2014791" cy="473128"/>
          </a:xfrm>
        </p:grpSpPr>
        <p:sp>
          <p:nvSpPr>
            <p:cNvPr id="558" name="Google Shape;558;p21"/>
            <p:cNvSpPr/>
            <p:nvPr/>
          </p:nvSpPr>
          <p:spPr>
            <a:xfrm rot="-5400000">
              <a:off x="712889" y="3641646"/>
              <a:ext cx="425539" cy="1921552"/>
            </a:xfrm>
            <a:custGeom>
              <a:avLst/>
              <a:gdLst/>
              <a:ahLst/>
              <a:cxnLst/>
              <a:rect l="l" t="t" r="r" b="b"/>
              <a:pathLst>
                <a:path w="11430" h="51613" extrusionOk="0">
                  <a:moveTo>
                    <a:pt x="0" y="1"/>
                  </a:moveTo>
                  <a:lnTo>
                    <a:pt x="0" y="17995"/>
                  </a:lnTo>
                  <a:lnTo>
                    <a:pt x="31" y="18056"/>
                  </a:lnTo>
                  <a:cubicBezTo>
                    <a:pt x="61" y="18117"/>
                    <a:pt x="91" y="18147"/>
                    <a:pt x="122" y="18177"/>
                  </a:cubicBezTo>
                  <a:lnTo>
                    <a:pt x="10852" y="28877"/>
                  </a:lnTo>
                  <a:lnTo>
                    <a:pt x="10852" y="51612"/>
                  </a:lnTo>
                  <a:lnTo>
                    <a:pt x="11429" y="51612"/>
                  </a:lnTo>
                  <a:lnTo>
                    <a:pt x="11429" y="28633"/>
                  </a:lnTo>
                  <a:lnTo>
                    <a:pt x="669" y="17873"/>
                  </a:lnTo>
                  <a:lnTo>
                    <a:pt x="608" y="17813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21"/>
            <p:cNvSpPr/>
            <p:nvPr/>
          </p:nvSpPr>
          <p:spPr>
            <a:xfrm>
              <a:off x="1861099" y="4342063"/>
              <a:ext cx="118575" cy="118575"/>
            </a:xfrm>
            <a:custGeom>
              <a:avLst/>
              <a:gdLst/>
              <a:ahLst/>
              <a:cxnLst/>
              <a:rect l="l" t="t" r="r" b="b"/>
              <a:pathLst>
                <a:path w="4743" h="4743" fill="none" extrusionOk="0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0" name="Google Shape;560;p21"/>
          <p:cNvSpPr txBox="1">
            <a:spLocks noGrp="1"/>
          </p:cNvSpPr>
          <p:nvPr>
            <p:ph type="title"/>
          </p:nvPr>
        </p:nvSpPr>
        <p:spPr>
          <a:xfrm>
            <a:off x="713325" y="539700"/>
            <a:ext cx="7717500" cy="47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2" name="Google Shape;562;p22"/>
          <p:cNvGrpSpPr/>
          <p:nvPr/>
        </p:nvGrpSpPr>
        <p:grpSpPr>
          <a:xfrm>
            <a:off x="87588" y="-482281"/>
            <a:ext cx="482550" cy="1505350"/>
            <a:chOff x="3121150" y="-443725"/>
            <a:chExt cx="482550" cy="1505350"/>
          </a:xfrm>
        </p:grpSpPr>
        <p:sp>
          <p:nvSpPr>
            <p:cNvPr id="563" name="Google Shape;563;p22"/>
            <p:cNvSpPr/>
            <p:nvPr/>
          </p:nvSpPr>
          <p:spPr>
            <a:xfrm>
              <a:off x="3121150" y="-443725"/>
              <a:ext cx="427075" cy="1386800"/>
            </a:xfrm>
            <a:custGeom>
              <a:avLst/>
              <a:gdLst/>
              <a:ahLst/>
              <a:cxnLst/>
              <a:rect l="l" t="t" r="r" b="b"/>
              <a:pathLst>
                <a:path w="17083" h="55472" fill="none" extrusionOk="0">
                  <a:moveTo>
                    <a:pt x="17083" y="55472"/>
                  </a:moveTo>
                  <a:lnTo>
                    <a:pt x="17083" y="40669"/>
                  </a:lnTo>
                  <a:lnTo>
                    <a:pt x="0" y="40669"/>
                  </a:ln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22"/>
            <p:cNvSpPr/>
            <p:nvPr/>
          </p:nvSpPr>
          <p:spPr>
            <a:xfrm>
              <a:off x="3485125" y="943825"/>
              <a:ext cx="118575" cy="117800"/>
            </a:xfrm>
            <a:custGeom>
              <a:avLst/>
              <a:gdLst/>
              <a:ahLst/>
              <a:cxnLst/>
              <a:rect l="l" t="t" r="r" b="b"/>
              <a:pathLst>
                <a:path w="4743" h="4712" fill="none" extrusionOk="0">
                  <a:moveTo>
                    <a:pt x="4743" y="2006"/>
                  </a:moveTo>
                  <a:cubicBezTo>
                    <a:pt x="4743" y="3830"/>
                    <a:pt x="2554" y="4712"/>
                    <a:pt x="1277" y="3465"/>
                  </a:cubicBezTo>
                  <a:cubicBezTo>
                    <a:pt x="1" y="2189"/>
                    <a:pt x="913" y="0"/>
                    <a:pt x="2706" y="0"/>
                  </a:cubicBezTo>
                  <a:cubicBezTo>
                    <a:pt x="3831" y="0"/>
                    <a:pt x="4743" y="912"/>
                    <a:pt x="4743" y="2006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5" name="Google Shape;565;p22"/>
          <p:cNvGrpSpPr/>
          <p:nvPr/>
        </p:nvGrpSpPr>
        <p:grpSpPr>
          <a:xfrm>
            <a:off x="999825" y="-467301"/>
            <a:ext cx="929375" cy="1078300"/>
            <a:chOff x="1990425" y="-443725"/>
            <a:chExt cx="929375" cy="1078300"/>
          </a:xfrm>
        </p:grpSpPr>
        <p:sp>
          <p:nvSpPr>
            <p:cNvPr id="566" name="Google Shape;566;p22"/>
            <p:cNvSpPr/>
            <p:nvPr/>
          </p:nvSpPr>
          <p:spPr>
            <a:xfrm>
              <a:off x="1990425" y="-443725"/>
              <a:ext cx="826800" cy="1006875"/>
            </a:xfrm>
            <a:custGeom>
              <a:avLst/>
              <a:gdLst/>
              <a:ahLst/>
              <a:cxnLst/>
              <a:rect l="l" t="t" r="r" b="b"/>
              <a:pathLst>
                <a:path w="33072" h="40275" fill="none" extrusionOk="0">
                  <a:moveTo>
                    <a:pt x="33071" y="40274"/>
                  </a:moveTo>
                  <a:lnTo>
                    <a:pt x="0" y="40274"/>
                  </a:ln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22"/>
            <p:cNvSpPr/>
            <p:nvPr/>
          </p:nvSpPr>
          <p:spPr>
            <a:xfrm>
              <a:off x="2801225" y="516000"/>
              <a:ext cx="118575" cy="118575"/>
            </a:xfrm>
            <a:custGeom>
              <a:avLst/>
              <a:gdLst/>
              <a:ahLst/>
              <a:cxnLst/>
              <a:rect l="l" t="t" r="r" b="b"/>
              <a:pathLst>
                <a:path w="4743" h="4743" fill="none" extrusionOk="0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3" y="31"/>
                    <a:pt x="2706" y="31"/>
                  </a:cubicBezTo>
                  <a:cubicBezTo>
                    <a:pt x="3831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8" name="Google Shape;568;p22"/>
          <p:cNvGrpSpPr/>
          <p:nvPr/>
        </p:nvGrpSpPr>
        <p:grpSpPr>
          <a:xfrm>
            <a:off x="296925" y="-1076901"/>
            <a:ext cx="1138350" cy="1439250"/>
            <a:chOff x="1287525" y="-443725"/>
            <a:chExt cx="1138350" cy="1439250"/>
          </a:xfrm>
        </p:grpSpPr>
        <p:sp>
          <p:nvSpPr>
            <p:cNvPr id="569" name="Google Shape;569;p22"/>
            <p:cNvSpPr/>
            <p:nvPr/>
          </p:nvSpPr>
          <p:spPr>
            <a:xfrm>
              <a:off x="1287525" y="-443725"/>
              <a:ext cx="1082875" cy="1320700"/>
            </a:xfrm>
            <a:custGeom>
              <a:avLst/>
              <a:gdLst/>
              <a:ahLst/>
              <a:cxnLst/>
              <a:rect l="l" t="t" r="r" b="b"/>
              <a:pathLst>
                <a:path w="43315" h="52828" fill="none" extrusionOk="0">
                  <a:moveTo>
                    <a:pt x="43314" y="52828"/>
                  </a:moveTo>
                  <a:lnTo>
                    <a:pt x="43314" y="25836"/>
                  </a:lnTo>
                  <a:lnTo>
                    <a:pt x="0" y="25836"/>
                  </a:ln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22"/>
            <p:cNvSpPr/>
            <p:nvPr/>
          </p:nvSpPr>
          <p:spPr>
            <a:xfrm>
              <a:off x="2307300" y="876950"/>
              <a:ext cx="118575" cy="118575"/>
            </a:xfrm>
            <a:custGeom>
              <a:avLst/>
              <a:gdLst/>
              <a:ahLst/>
              <a:cxnLst/>
              <a:rect l="l" t="t" r="r" b="b"/>
              <a:pathLst>
                <a:path w="4743" h="4743" fill="none" extrusionOk="0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1" name="Google Shape;571;p22"/>
          <p:cNvGrpSpPr/>
          <p:nvPr/>
        </p:nvGrpSpPr>
        <p:grpSpPr>
          <a:xfrm>
            <a:off x="8582213" y="-482281"/>
            <a:ext cx="474200" cy="1505350"/>
            <a:chOff x="3995775" y="-443725"/>
            <a:chExt cx="474200" cy="1505350"/>
          </a:xfrm>
        </p:grpSpPr>
        <p:sp>
          <p:nvSpPr>
            <p:cNvPr id="572" name="Google Shape;572;p22"/>
            <p:cNvSpPr/>
            <p:nvPr/>
          </p:nvSpPr>
          <p:spPr>
            <a:xfrm>
              <a:off x="4042125" y="-443725"/>
              <a:ext cx="427850" cy="1386800"/>
            </a:xfrm>
            <a:custGeom>
              <a:avLst/>
              <a:gdLst/>
              <a:ahLst/>
              <a:cxnLst/>
              <a:rect l="l" t="t" r="r" b="b"/>
              <a:pathLst>
                <a:path w="17114" h="55472" fill="none" extrusionOk="0">
                  <a:moveTo>
                    <a:pt x="1" y="55472"/>
                  </a:moveTo>
                  <a:lnTo>
                    <a:pt x="1" y="40669"/>
                  </a:lnTo>
                  <a:lnTo>
                    <a:pt x="17114" y="40669"/>
                  </a:lnTo>
                  <a:lnTo>
                    <a:pt x="17114" y="0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22"/>
            <p:cNvSpPr/>
            <p:nvPr/>
          </p:nvSpPr>
          <p:spPr>
            <a:xfrm>
              <a:off x="3995775" y="943825"/>
              <a:ext cx="117825" cy="117800"/>
            </a:xfrm>
            <a:custGeom>
              <a:avLst/>
              <a:gdLst/>
              <a:ahLst/>
              <a:cxnLst/>
              <a:rect l="l" t="t" r="r" b="b"/>
              <a:pathLst>
                <a:path w="4713" h="4712" fill="none" extrusionOk="0">
                  <a:moveTo>
                    <a:pt x="1" y="2006"/>
                  </a:moveTo>
                  <a:cubicBezTo>
                    <a:pt x="1" y="3830"/>
                    <a:pt x="2159" y="4712"/>
                    <a:pt x="3435" y="3465"/>
                  </a:cubicBezTo>
                  <a:cubicBezTo>
                    <a:pt x="4712" y="2189"/>
                    <a:pt x="3800" y="0"/>
                    <a:pt x="2007" y="0"/>
                  </a:cubicBezTo>
                  <a:cubicBezTo>
                    <a:pt x="882" y="0"/>
                    <a:pt x="1" y="912"/>
                    <a:pt x="1" y="2006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4" name="Google Shape;574;p22"/>
          <p:cNvGrpSpPr/>
          <p:nvPr/>
        </p:nvGrpSpPr>
        <p:grpSpPr>
          <a:xfrm>
            <a:off x="7270475" y="-467301"/>
            <a:ext cx="920275" cy="1078300"/>
            <a:chOff x="4679675" y="-443725"/>
            <a:chExt cx="920275" cy="1078300"/>
          </a:xfrm>
        </p:grpSpPr>
        <p:sp>
          <p:nvSpPr>
            <p:cNvPr id="575" name="Google Shape;575;p22"/>
            <p:cNvSpPr/>
            <p:nvPr/>
          </p:nvSpPr>
          <p:spPr>
            <a:xfrm>
              <a:off x="4783025" y="-443725"/>
              <a:ext cx="816925" cy="1006875"/>
            </a:xfrm>
            <a:custGeom>
              <a:avLst/>
              <a:gdLst/>
              <a:ahLst/>
              <a:cxnLst/>
              <a:rect l="l" t="t" r="r" b="b"/>
              <a:pathLst>
                <a:path w="32677" h="40275" fill="none" extrusionOk="0">
                  <a:moveTo>
                    <a:pt x="1" y="40274"/>
                  </a:moveTo>
                  <a:lnTo>
                    <a:pt x="32676" y="40274"/>
                  </a:lnTo>
                  <a:lnTo>
                    <a:pt x="32676" y="0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22"/>
            <p:cNvSpPr/>
            <p:nvPr/>
          </p:nvSpPr>
          <p:spPr>
            <a:xfrm>
              <a:off x="4679675" y="516000"/>
              <a:ext cx="117825" cy="118575"/>
            </a:xfrm>
            <a:custGeom>
              <a:avLst/>
              <a:gdLst/>
              <a:ahLst/>
              <a:cxnLst/>
              <a:rect l="l" t="t" r="r" b="b"/>
              <a:pathLst>
                <a:path w="4713" h="4743" fill="none" extrusionOk="0">
                  <a:moveTo>
                    <a:pt x="1" y="2037"/>
                  </a:moveTo>
                  <a:cubicBezTo>
                    <a:pt x="1" y="3830"/>
                    <a:pt x="2159" y="4742"/>
                    <a:pt x="3436" y="3466"/>
                  </a:cubicBezTo>
                  <a:cubicBezTo>
                    <a:pt x="4712" y="2189"/>
                    <a:pt x="3800" y="1"/>
                    <a:pt x="2007" y="31"/>
                  </a:cubicBezTo>
                  <a:cubicBezTo>
                    <a:pt x="882" y="31"/>
                    <a:pt x="1" y="912"/>
                    <a:pt x="1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7" name="Google Shape;577;p22"/>
          <p:cNvGrpSpPr/>
          <p:nvPr/>
        </p:nvGrpSpPr>
        <p:grpSpPr>
          <a:xfrm>
            <a:off x="7764425" y="-1076901"/>
            <a:ext cx="1129225" cy="1439250"/>
            <a:chOff x="5173625" y="-443725"/>
            <a:chExt cx="1129225" cy="1439250"/>
          </a:xfrm>
        </p:grpSpPr>
        <p:sp>
          <p:nvSpPr>
            <p:cNvPr id="578" name="Google Shape;578;p22"/>
            <p:cNvSpPr/>
            <p:nvPr/>
          </p:nvSpPr>
          <p:spPr>
            <a:xfrm>
              <a:off x="5219975" y="-443725"/>
              <a:ext cx="1082875" cy="1320700"/>
            </a:xfrm>
            <a:custGeom>
              <a:avLst/>
              <a:gdLst/>
              <a:ahLst/>
              <a:cxnLst/>
              <a:rect l="l" t="t" r="r" b="b"/>
              <a:pathLst>
                <a:path w="43315" h="52828" fill="none" extrusionOk="0">
                  <a:moveTo>
                    <a:pt x="0" y="52828"/>
                  </a:moveTo>
                  <a:lnTo>
                    <a:pt x="0" y="25836"/>
                  </a:lnTo>
                  <a:lnTo>
                    <a:pt x="43314" y="25836"/>
                  </a:lnTo>
                  <a:lnTo>
                    <a:pt x="43314" y="0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22"/>
            <p:cNvSpPr/>
            <p:nvPr/>
          </p:nvSpPr>
          <p:spPr>
            <a:xfrm>
              <a:off x="5173625" y="876950"/>
              <a:ext cx="117800" cy="118575"/>
            </a:xfrm>
            <a:custGeom>
              <a:avLst/>
              <a:gdLst/>
              <a:ahLst/>
              <a:cxnLst/>
              <a:rect l="l" t="t" r="r" b="b"/>
              <a:pathLst>
                <a:path w="4712" h="4743" fill="none" extrusionOk="0">
                  <a:moveTo>
                    <a:pt x="0" y="2037"/>
                  </a:moveTo>
                  <a:cubicBezTo>
                    <a:pt x="0" y="3830"/>
                    <a:pt x="2158" y="4742"/>
                    <a:pt x="3435" y="3466"/>
                  </a:cubicBezTo>
                  <a:cubicBezTo>
                    <a:pt x="4711" y="2189"/>
                    <a:pt x="3800" y="1"/>
                    <a:pt x="2006" y="1"/>
                  </a:cubicBezTo>
                  <a:cubicBezTo>
                    <a:pt x="882" y="31"/>
                    <a:pt x="0" y="912"/>
                    <a:pt x="0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0" name="Google Shape;580;p22"/>
          <p:cNvGrpSpPr/>
          <p:nvPr/>
        </p:nvGrpSpPr>
        <p:grpSpPr>
          <a:xfrm>
            <a:off x="-1220287" y="-761576"/>
            <a:ext cx="2249325" cy="1657325"/>
            <a:chOff x="746475" y="-443725"/>
            <a:chExt cx="2249325" cy="1657325"/>
          </a:xfrm>
        </p:grpSpPr>
        <p:sp>
          <p:nvSpPr>
            <p:cNvPr id="581" name="Google Shape;581;p22"/>
            <p:cNvSpPr/>
            <p:nvPr/>
          </p:nvSpPr>
          <p:spPr>
            <a:xfrm>
              <a:off x="746475" y="-443725"/>
              <a:ext cx="2158875" cy="1560825"/>
            </a:xfrm>
            <a:custGeom>
              <a:avLst/>
              <a:gdLst/>
              <a:ahLst/>
              <a:cxnLst/>
              <a:rect l="l" t="t" r="r" b="b"/>
              <a:pathLst>
                <a:path w="86355" h="62433" fill="none" extrusionOk="0">
                  <a:moveTo>
                    <a:pt x="86355" y="62433"/>
                  </a:moveTo>
                  <a:lnTo>
                    <a:pt x="34621" y="14833"/>
                  </a:lnTo>
                  <a:lnTo>
                    <a:pt x="1" y="14833"/>
                  </a:lnTo>
                  <a:lnTo>
                    <a:pt x="1" y="0"/>
                  </a:lnTo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22"/>
            <p:cNvSpPr/>
            <p:nvPr/>
          </p:nvSpPr>
          <p:spPr>
            <a:xfrm>
              <a:off x="2877225" y="1095800"/>
              <a:ext cx="118575" cy="117800"/>
            </a:xfrm>
            <a:custGeom>
              <a:avLst/>
              <a:gdLst/>
              <a:ahLst/>
              <a:cxnLst/>
              <a:rect l="l" t="t" r="r" b="b"/>
              <a:pathLst>
                <a:path w="4743" h="4712" fill="none" extrusionOk="0">
                  <a:moveTo>
                    <a:pt x="4742" y="2007"/>
                  </a:moveTo>
                  <a:cubicBezTo>
                    <a:pt x="4742" y="3830"/>
                    <a:pt x="2554" y="4712"/>
                    <a:pt x="1277" y="3466"/>
                  </a:cubicBezTo>
                  <a:cubicBezTo>
                    <a:pt x="0" y="2189"/>
                    <a:pt x="912" y="0"/>
                    <a:pt x="2705" y="0"/>
                  </a:cubicBezTo>
                  <a:cubicBezTo>
                    <a:pt x="3830" y="0"/>
                    <a:pt x="4742" y="912"/>
                    <a:pt x="4742" y="200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3" name="Google Shape;583;p22"/>
          <p:cNvGrpSpPr/>
          <p:nvPr/>
        </p:nvGrpSpPr>
        <p:grpSpPr>
          <a:xfrm>
            <a:off x="8123338" y="-761576"/>
            <a:ext cx="2240950" cy="1657325"/>
            <a:chOff x="4603700" y="-443725"/>
            <a:chExt cx="2240950" cy="1657325"/>
          </a:xfrm>
        </p:grpSpPr>
        <p:sp>
          <p:nvSpPr>
            <p:cNvPr id="584" name="Google Shape;584;p22"/>
            <p:cNvSpPr/>
            <p:nvPr/>
          </p:nvSpPr>
          <p:spPr>
            <a:xfrm>
              <a:off x="4689575" y="-443725"/>
              <a:ext cx="2155075" cy="1560825"/>
            </a:xfrm>
            <a:custGeom>
              <a:avLst/>
              <a:gdLst/>
              <a:ahLst/>
              <a:cxnLst/>
              <a:rect l="l" t="t" r="r" b="b"/>
              <a:pathLst>
                <a:path w="86203" h="62433" fill="none" extrusionOk="0">
                  <a:moveTo>
                    <a:pt x="0" y="62433"/>
                  </a:moveTo>
                  <a:lnTo>
                    <a:pt x="51916" y="14833"/>
                  </a:lnTo>
                  <a:lnTo>
                    <a:pt x="86202" y="14833"/>
                  </a:lnTo>
                  <a:lnTo>
                    <a:pt x="86202" y="0"/>
                  </a:lnTo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22"/>
            <p:cNvSpPr/>
            <p:nvPr/>
          </p:nvSpPr>
          <p:spPr>
            <a:xfrm>
              <a:off x="4603700" y="1095800"/>
              <a:ext cx="117800" cy="117800"/>
            </a:xfrm>
            <a:custGeom>
              <a:avLst/>
              <a:gdLst/>
              <a:ahLst/>
              <a:cxnLst/>
              <a:rect l="l" t="t" r="r" b="b"/>
              <a:pathLst>
                <a:path w="4712" h="4712" fill="none" extrusionOk="0">
                  <a:moveTo>
                    <a:pt x="0" y="2007"/>
                  </a:moveTo>
                  <a:cubicBezTo>
                    <a:pt x="0" y="3830"/>
                    <a:pt x="2158" y="4712"/>
                    <a:pt x="3435" y="3466"/>
                  </a:cubicBezTo>
                  <a:cubicBezTo>
                    <a:pt x="4712" y="2189"/>
                    <a:pt x="3800" y="0"/>
                    <a:pt x="2006" y="0"/>
                  </a:cubicBezTo>
                  <a:cubicBezTo>
                    <a:pt x="882" y="0"/>
                    <a:pt x="0" y="912"/>
                    <a:pt x="0" y="200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6" name="Google Shape;586;p22"/>
          <p:cNvGrpSpPr/>
          <p:nvPr/>
        </p:nvGrpSpPr>
        <p:grpSpPr>
          <a:xfrm>
            <a:off x="2926213" y="-467301"/>
            <a:ext cx="929375" cy="1078300"/>
            <a:chOff x="1990425" y="-443725"/>
            <a:chExt cx="929375" cy="1078300"/>
          </a:xfrm>
        </p:grpSpPr>
        <p:sp>
          <p:nvSpPr>
            <p:cNvPr id="587" name="Google Shape;587;p22"/>
            <p:cNvSpPr/>
            <p:nvPr/>
          </p:nvSpPr>
          <p:spPr>
            <a:xfrm>
              <a:off x="1990425" y="-443725"/>
              <a:ext cx="826800" cy="1006875"/>
            </a:xfrm>
            <a:custGeom>
              <a:avLst/>
              <a:gdLst/>
              <a:ahLst/>
              <a:cxnLst/>
              <a:rect l="l" t="t" r="r" b="b"/>
              <a:pathLst>
                <a:path w="33072" h="40275" fill="none" extrusionOk="0">
                  <a:moveTo>
                    <a:pt x="33071" y="40274"/>
                  </a:moveTo>
                  <a:lnTo>
                    <a:pt x="0" y="40274"/>
                  </a:ln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22"/>
            <p:cNvSpPr/>
            <p:nvPr/>
          </p:nvSpPr>
          <p:spPr>
            <a:xfrm>
              <a:off x="2801225" y="516000"/>
              <a:ext cx="118575" cy="118575"/>
            </a:xfrm>
            <a:custGeom>
              <a:avLst/>
              <a:gdLst/>
              <a:ahLst/>
              <a:cxnLst/>
              <a:rect l="l" t="t" r="r" b="b"/>
              <a:pathLst>
                <a:path w="4743" h="4743" fill="none" extrusionOk="0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3" y="31"/>
                    <a:pt x="2706" y="31"/>
                  </a:cubicBezTo>
                  <a:cubicBezTo>
                    <a:pt x="3831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9" name="Google Shape;589;p22"/>
          <p:cNvGrpSpPr/>
          <p:nvPr/>
        </p:nvGrpSpPr>
        <p:grpSpPr>
          <a:xfrm>
            <a:off x="3535813" y="-695901"/>
            <a:ext cx="929375" cy="1078300"/>
            <a:chOff x="1990425" y="-443725"/>
            <a:chExt cx="929375" cy="1078300"/>
          </a:xfrm>
        </p:grpSpPr>
        <p:sp>
          <p:nvSpPr>
            <p:cNvPr id="590" name="Google Shape;590;p22"/>
            <p:cNvSpPr/>
            <p:nvPr/>
          </p:nvSpPr>
          <p:spPr>
            <a:xfrm>
              <a:off x="1990425" y="-443725"/>
              <a:ext cx="826800" cy="1006875"/>
            </a:xfrm>
            <a:custGeom>
              <a:avLst/>
              <a:gdLst/>
              <a:ahLst/>
              <a:cxnLst/>
              <a:rect l="l" t="t" r="r" b="b"/>
              <a:pathLst>
                <a:path w="33072" h="40275" fill="none" extrusionOk="0">
                  <a:moveTo>
                    <a:pt x="33071" y="40274"/>
                  </a:moveTo>
                  <a:lnTo>
                    <a:pt x="0" y="40274"/>
                  </a:ln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22"/>
            <p:cNvSpPr/>
            <p:nvPr/>
          </p:nvSpPr>
          <p:spPr>
            <a:xfrm>
              <a:off x="2801225" y="516000"/>
              <a:ext cx="118575" cy="118575"/>
            </a:xfrm>
            <a:custGeom>
              <a:avLst/>
              <a:gdLst/>
              <a:ahLst/>
              <a:cxnLst/>
              <a:rect l="l" t="t" r="r" b="b"/>
              <a:pathLst>
                <a:path w="4743" h="4743" fill="none" extrusionOk="0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3" y="31"/>
                    <a:pt x="2706" y="31"/>
                  </a:cubicBezTo>
                  <a:cubicBezTo>
                    <a:pt x="3831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2" name="Google Shape;592;p22"/>
          <p:cNvSpPr txBox="1">
            <a:spLocks noGrp="1"/>
          </p:cNvSpPr>
          <p:nvPr>
            <p:ph type="title" hasCustomPrompt="1"/>
          </p:nvPr>
        </p:nvSpPr>
        <p:spPr>
          <a:xfrm>
            <a:off x="1096600" y="2625463"/>
            <a:ext cx="1581600" cy="78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4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593" name="Google Shape;593;p22"/>
          <p:cNvSpPr txBox="1">
            <a:spLocks noGrp="1"/>
          </p:cNvSpPr>
          <p:nvPr>
            <p:ph type="subTitle" idx="1"/>
          </p:nvPr>
        </p:nvSpPr>
        <p:spPr>
          <a:xfrm>
            <a:off x="775750" y="3853760"/>
            <a:ext cx="2223300" cy="65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4" name="Google Shape;594;p22"/>
          <p:cNvSpPr txBox="1">
            <a:spLocks noGrp="1"/>
          </p:cNvSpPr>
          <p:nvPr>
            <p:ph type="title" idx="2"/>
          </p:nvPr>
        </p:nvSpPr>
        <p:spPr>
          <a:xfrm>
            <a:off x="775750" y="3474560"/>
            <a:ext cx="2223300" cy="37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95" name="Google Shape;595;p22"/>
          <p:cNvSpPr txBox="1">
            <a:spLocks noGrp="1"/>
          </p:cNvSpPr>
          <p:nvPr>
            <p:ph type="title" idx="3" hasCustomPrompt="1"/>
          </p:nvPr>
        </p:nvSpPr>
        <p:spPr>
          <a:xfrm>
            <a:off x="3781200" y="2724513"/>
            <a:ext cx="1581600" cy="78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4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596" name="Google Shape;596;p22"/>
          <p:cNvSpPr txBox="1">
            <a:spLocks noGrp="1"/>
          </p:cNvSpPr>
          <p:nvPr>
            <p:ph type="subTitle" idx="4"/>
          </p:nvPr>
        </p:nvSpPr>
        <p:spPr>
          <a:xfrm>
            <a:off x="3460350" y="3952810"/>
            <a:ext cx="2223300" cy="65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7" name="Google Shape;597;p22"/>
          <p:cNvSpPr txBox="1">
            <a:spLocks noGrp="1"/>
          </p:cNvSpPr>
          <p:nvPr>
            <p:ph type="title" idx="5"/>
          </p:nvPr>
        </p:nvSpPr>
        <p:spPr>
          <a:xfrm>
            <a:off x="3460350" y="3573610"/>
            <a:ext cx="2223300" cy="37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98" name="Google Shape;598;p22"/>
          <p:cNvSpPr txBox="1">
            <a:spLocks noGrp="1"/>
          </p:cNvSpPr>
          <p:nvPr>
            <p:ph type="title" idx="6" hasCustomPrompt="1"/>
          </p:nvPr>
        </p:nvSpPr>
        <p:spPr>
          <a:xfrm>
            <a:off x="6465800" y="2724513"/>
            <a:ext cx="1581600" cy="78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4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599" name="Google Shape;599;p22"/>
          <p:cNvSpPr txBox="1">
            <a:spLocks noGrp="1"/>
          </p:cNvSpPr>
          <p:nvPr>
            <p:ph type="subTitle" idx="7"/>
          </p:nvPr>
        </p:nvSpPr>
        <p:spPr>
          <a:xfrm>
            <a:off x="6144950" y="3952810"/>
            <a:ext cx="2223300" cy="65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0" name="Google Shape;600;p22"/>
          <p:cNvSpPr txBox="1">
            <a:spLocks noGrp="1"/>
          </p:cNvSpPr>
          <p:nvPr>
            <p:ph type="title" idx="8"/>
          </p:nvPr>
        </p:nvSpPr>
        <p:spPr>
          <a:xfrm>
            <a:off x="6144950" y="3573610"/>
            <a:ext cx="2223300" cy="37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grpSp>
        <p:nvGrpSpPr>
          <p:cNvPr id="601" name="Google Shape;601;p22"/>
          <p:cNvGrpSpPr/>
          <p:nvPr/>
        </p:nvGrpSpPr>
        <p:grpSpPr>
          <a:xfrm>
            <a:off x="4852625" y="-1035569"/>
            <a:ext cx="1138350" cy="1439250"/>
            <a:chOff x="1287525" y="-443725"/>
            <a:chExt cx="1138350" cy="1439250"/>
          </a:xfrm>
        </p:grpSpPr>
        <p:sp>
          <p:nvSpPr>
            <p:cNvPr id="602" name="Google Shape;602;p22"/>
            <p:cNvSpPr/>
            <p:nvPr/>
          </p:nvSpPr>
          <p:spPr>
            <a:xfrm>
              <a:off x="1287525" y="-443725"/>
              <a:ext cx="1082875" cy="1320700"/>
            </a:xfrm>
            <a:custGeom>
              <a:avLst/>
              <a:gdLst/>
              <a:ahLst/>
              <a:cxnLst/>
              <a:rect l="l" t="t" r="r" b="b"/>
              <a:pathLst>
                <a:path w="43315" h="52828" fill="none" extrusionOk="0">
                  <a:moveTo>
                    <a:pt x="43314" y="52828"/>
                  </a:moveTo>
                  <a:lnTo>
                    <a:pt x="43314" y="25836"/>
                  </a:lnTo>
                  <a:lnTo>
                    <a:pt x="0" y="25836"/>
                  </a:ln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22"/>
            <p:cNvSpPr/>
            <p:nvPr/>
          </p:nvSpPr>
          <p:spPr>
            <a:xfrm>
              <a:off x="2307300" y="876950"/>
              <a:ext cx="118575" cy="118575"/>
            </a:xfrm>
            <a:custGeom>
              <a:avLst/>
              <a:gdLst/>
              <a:ahLst/>
              <a:cxnLst/>
              <a:rect l="l" t="t" r="r" b="b"/>
              <a:pathLst>
                <a:path w="4743" h="4743" fill="none" extrusionOk="0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2"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23"/>
          <p:cNvSpPr txBox="1">
            <a:spLocks noGrp="1"/>
          </p:cNvSpPr>
          <p:nvPr>
            <p:ph type="title"/>
          </p:nvPr>
        </p:nvSpPr>
        <p:spPr>
          <a:xfrm>
            <a:off x="803750" y="1813650"/>
            <a:ext cx="3372600" cy="69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606" name="Google Shape;606;p23"/>
          <p:cNvSpPr txBox="1">
            <a:spLocks noGrp="1"/>
          </p:cNvSpPr>
          <p:nvPr>
            <p:ph type="subTitle" idx="1"/>
          </p:nvPr>
        </p:nvSpPr>
        <p:spPr>
          <a:xfrm>
            <a:off x="803738" y="2546138"/>
            <a:ext cx="3453900" cy="95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07" name="Google Shape;607;p23"/>
          <p:cNvGrpSpPr/>
          <p:nvPr/>
        </p:nvGrpSpPr>
        <p:grpSpPr>
          <a:xfrm>
            <a:off x="8429813" y="-482281"/>
            <a:ext cx="474200" cy="1505350"/>
            <a:chOff x="3995775" y="-443725"/>
            <a:chExt cx="474200" cy="1505350"/>
          </a:xfrm>
        </p:grpSpPr>
        <p:sp>
          <p:nvSpPr>
            <p:cNvPr id="608" name="Google Shape;608;p23"/>
            <p:cNvSpPr/>
            <p:nvPr/>
          </p:nvSpPr>
          <p:spPr>
            <a:xfrm>
              <a:off x="4042125" y="-443725"/>
              <a:ext cx="427850" cy="1386800"/>
            </a:xfrm>
            <a:custGeom>
              <a:avLst/>
              <a:gdLst/>
              <a:ahLst/>
              <a:cxnLst/>
              <a:rect l="l" t="t" r="r" b="b"/>
              <a:pathLst>
                <a:path w="17114" h="55472" fill="none" extrusionOk="0">
                  <a:moveTo>
                    <a:pt x="1" y="55472"/>
                  </a:moveTo>
                  <a:lnTo>
                    <a:pt x="1" y="40669"/>
                  </a:lnTo>
                  <a:lnTo>
                    <a:pt x="17114" y="40669"/>
                  </a:lnTo>
                  <a:lnTo>
                    <a:pt x="17114" y="0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23"/>
            <p:cNvSpPr/>
            <p:nvPr/>
          </p:nvSpPr>
          <p:spPr>
            <a:xfrm>
              <a:off x="3995775" y="943825"/>
              <a:ext cx="117825" cy="117800"/>
            </a:xfrm>
            <a:custGeom>
              <a:avLst/>
              <a:gdLst/>
              <a:ahLst/>
              <a:cxnLst/>
              <a:rect l="l" t="t" r="r" b="b"/>
              <a:pathLst>
                <a:path w="4713" h="4712" fill="none" extrusionOk="0">
                  <a:moveTo>
                    <a:pt x="1" y="2006"/>
                  </a:moveTo>
                  <a:cubicBezTo>
                    <a:pt x="1" y="3830"/>
                    <a:pt x="2159" y="4712"/>
                    <a:pt x="3435" y="3465"/>
                  </a:cubicBezTo>
                  <a:cubicBezTo>
                    <a:pt x="4712" y="2189"/>
                    <a:pt x="3800" y="0"/>
                    <a:pt x="2007" y="0"/>
                  </a:cubicBezTo>
                  <a:cubicBezTo>
                    <a:pt x="882" y="0"/>
                    <a:pt x="1" y="912"/>
                    <a:pt x="1" y="2006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0" name="Google Shape;610;p23"/>
          <p:cNvGrpSpPr/>
          <p:nvPr/>
        </p:nvGrpSpPr>
        <p:grpSpPr>
          <a:xfrm>
            <a:off x="7118075" y="-467301"/>
            <a:ext cx="920275" cy="1078300"/>
            <a:chOff x="4679675" y="-443725"/>
            <a:chExt cx="920275" cy="1078300"/>
          </a:xfrm>
        </p:grpSpPr>
        <p:sp>
          <p:nvSpPr>
            <p:cNvPr id="611" name="Google Shape;611;p23"/>
            <p:cNvSpPr/>
            <p:nvPr/>
          </p:nvSpPr>
          <p:spPr>
            <a:xfrm>
              <a:off x="4783025" y="-443725"/>
              <a:ext cx="816925" cy="1006875"/>
            </a:xfrm>
            <a:custGeom>
              <a:avLst/>
              <a:gdLst/>
              <a:ahLst/>
              <a:cxnLst/>
              <a:rect l="l" t="t" r="r" b="b"/>
              <a:pathLst>
                <a:path w="32677" h="40275" fill="none" extrusionOk="0">
                  <a:moveTo>
                    <a:pt x="1" y="40274"/>
                  </a:moveTo>
                  <a:lnTo>
                    <a:pt x="32676" y="40274"/>
                  </a:lnTo>
                  <a:lnTo>
                    <a:pt x="32676" y="0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23"/>
            <p:cNvSpPr/>
            <p:nvPr/>
          </p:nvSpPr>
          <p:spPr>
            <a:xfrm>
              <a:off x="4679675" y="516000"/>
              <a:ext cx="117825" cy="118575"/>
            </a:xfrm>
            <a:custGeom>
              <a:avLst/>
              <a:gdLst/>
              <a:ahLst/>
              <a:cxnLst/>
              <a:rect l="l" t="t" r="r" b="b"/>
              <a:pathLst>
                <a:path w="4713" h="4743" fill="none" extrusionOk="0">
                  <a:moveTo>
                    <a:pt x="1" y="2037"/>
                  </a:moveTo>
                  <a:cubicBezTo>
                    <a:pt x="1" y="3830"/>
                    <a:pt x="2159" y="4742"/>
                    <a:pt x="3436" y="3466"/>
                  </a:cubicBezTo>
                  <a:cubicBezTo>
                    <a:pt x="4712" y="2189"/>
                    <a:pt x="3800" y="1"/>
                    <a:pt x="2007" y="31"/>
                  </a:cubicBezTo>
                  <a:cubicBezTo>
                    <a:pt x="882" y="31"/>
                    <a:pt x="1" y="912"/>
                    <a:pt x="1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3" name="Google Shape;613;p23"/>
          <p:cNvGrpSpPr/>
          <p:nvPr/>
        </p:nvGrpSpPr>
        <p:grpSpPr>
          <a:xfrm>
            <a:off x="7612025" y="-1076901"/>
            <a:ext cx="1129225" cy="1439250"/>
            <a:chOff x="5173625" y="-443725"/>
            <a:chExt cx="1129225" cy="1439250"/>
          </a:xfrm>
        </p:grpSpPr>
        <p:sp>
          <p:nvSpPr>
            <p:cNvPr id="614" name="Google Shape;614;p23"/>
            <p:cNvSpPr/>
            <p:nvPr/>
          </p:nvSpPr>
          <p:spPr>
            <a:xfrm>
              <a:off x="5219975" y="-443725"/>
              <a:ext cx="1082875" cy="1320700"/>
            </a:xfrm>
            <a:custGeom>
              <a:avLst/>
              <a:gdLst/>
              <a:ahLst/>
              <a:cxnLst/>
              <a:rect l="l" t="t" r="r" b="b"/>
              <a:pathLst>
                <a:path w="43315" h="52828" fill="none" extrusionOk="0">
                  <a:moveTo>
                    <a:pt x="0" y="52828"/>
                  </a:moveTo>
                  <a:lnTo>
                    <a:pt x="0" y="25836"/>
                  </a:lnTo>
                  <a:lnTo>
                    <a:pt x="43314" y="25836"/>
                  </a:lnTo>
                  <a:lnTo>
                    <a:pt x="43314" y="0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23"/>
            <p:cNvSpPr/>
            <p:nvPr/>
          </p:nvSpPr>
          <p:spPr>
            <a:xfrm>
              <a:off x="5173625" y="876950"/>
              <a:ext cx="117800" cy="118575"/>
            </a:xfrm>
            <a:custGeom>
              <a:avLst/>
              <a:gdLst/>
              <a:ahLst/>
              <a:cxnLst/>
              <a:rect l="l" t="t" r="r" b="b"/>
              <a:pathLst>
                <a:path w="4712" h="4743" fill="none" extrusionOk="0">
                  <a:moveTo>
                    <a:pt x="0" y="2037"/>
                  </a:moveTo>
                  <a:cubicBezTo>
                    <a:pt x="0" y="3830"/>
                    <a:pt x="2158" y="4742"/>
                    <a:pt x="3435" y="3466"/>
                  </a:cubicBezTo>
                  <a:cubicBezTo>
                    <a:pt x="4711" y="2189"/>
                    <a:pt x="3800" y="1"/>
                    <a:pt x="2006" y="1"/>
                  </a:cubicBezTo>
                  <a:cubicBezTo>
                    <a:pt x="882" y="31"/>
                    <a:pt x="0" y="912"/>
                    <a:pt x="0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6" name="Google Shape;616;p23"/>
          <p:cNvGrpSpPr/>
          <p:nvPr/>
        </p:nvGrpSpPr>
        <p:grpSpPr>
          <a:xfrm>
            <a:off x="7970938" y="-761576"/>
            <a:ext cx="2240950" cy="1657325"/>
            <a:chOff x="4603700" y="-443725"/>
            <a:chExt cx="2240950" cy="1657325"/>
          </a:xfrm>
        </p:grpSpPr>
        <p:sp>
          <p:nvSpPr>
            <p:cNvPr id="617" name="Google Shape;617;p23"/>
            <p:cNvSpPr/>
            <p:nvPr/>
          </p:nvSpPr>
          <p:spPr>
            <a:xfrm>
              <a:off x="4689575" y="-443725"/>
              <a:ext cx="2155075" cy="1560825"/>
            </a:xfrm>
            <a:custGeom>
              <a:avLst/>
              <a:gdLst/>
              <a:ahLst/>
              <a:cxnLst/>
              <a:rect l="l" t="t" r="r" b="b"/>
              <a:pathLst>
                <a:path w="86203" h="62433" fill="none" extrusionOk="0">
                  <a:moveTo>
                    <a:pt x="0" y="62433"/>
                  </a:moveTo>
                  <a:lnTo>
                    <a:pt x="51916" y="14833"/>
                  </a:lnTo>
                  <a:lnTo>
                    <a:pt x="86202" y="14833"/>
                  </a:lnTo>
                  <a:lnTo>
                    <a:pt x="86202" y="0"/>
                  </a:lnTo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23"/>
            <p:cNvSpPr/>
            <p:nvPr/>
          </p:nvSpPr>
          <p:spPr>
            <a:xfrm>
              <a:off x="4603700" y="1095800"/>
              <a:ext cx="117800" cy="117800"/>
            </a:xfrm>
            <a:custGeom>
              <a:avLst/>
              <a:gdLst/>
              <a:ahLst/>
              <a:cxnLst/>
              <a:rect l="l" t="t" r="r" b="b"/>
              <a:pathLst>
                <a:path w="4712" h="4712" fill="none" extrusionOk="0">
                  <a:moveTo>
                    <a:pt x="0" y="2007"/>
                  </a:moveTo>
                  <a:cubicBezTo>
                    <a:pt x="0" y="3830"/>
                    <a:pt x="2158" y="4712"/>
                    <a:pt x="3435" y="3466"/>
                  </a:cubicBezTo>
                  <a:cubicBezTo>
                    <a:pt x="4712" y="2189"/>
                    <a:pt x="3800" y="0"/>
                    <a:pt x="2006" y="0"/>
                  </a:cubicBezTo>
                  <a:cubicBezTo>
                    <a:pt x="882" y="0"/>
                    <a:pt x="0" y="912"/>
                    <a:pt x="0" y="200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9" name="Google Shape;619;p23"/>
          <p:cNvGrpSpPr/>
          <p:nvPr/>
        </p:nvGrpSpPr>
        <p:grpSpPr>
          <a:xfrm rot="10800000" flipH="1">
            <a:off x="-483489" y="4432692"/>
            <a:ext cx="2014791" cy="473128"/>
            <a:chOff x="-35118" y="4342063"/>
            <a:chExt cx="2014791" cy="473128"/>
          </a:xfrm>
        </p:grpSpPr>
        <p:sp>
          <p:nvSpPr>
            <p:cNvPr id="620" name="Google Shape;620;p23"/>
            <p:cNvSpPr/>
            <p:nvPr/>
          </p:nvSpPr>
          <p:spPr>
            <a:xfrm rot="-5400000">
              <a:off x="712889" y="3641646"/>
              <a:ext cx="425539" cy="1921552"/>
            </a:xfrm>
            <a:custGeom>
              <a:avLst/>
              <a:gdLst/>
              <a:ahLst/>
              <a:cxnLst/>
              <a:rect l="l" t="t" r="r" b="b"/>
              <a:pathLst>
                <a:path w="11430" h="51613" extrusionOk="0">
                  <a:moveTo>
                    <a:pt x="0" y="1"/>
                  </a:moveTo>
                  <a:lnTo>
                    <a:pt x="0" y="17995"/>
                  </a:lnTo>
                  <a:lnTo>
                    <a:pt x="31" y="18056"/>
                  </a:lnTo>
                  <a:cubicBezTo>
                    <a:pt x="61" y="18117"/>
                    <a:pt x="91" y="18147"/>
                    <a:pt x="122" y="18177"/>
                  </a:cubicBezTo>
                  <a:lnTo>
                    <a:pt x="10852" y="28877"/>
                  </a:lnTo>
                  <a:lnTo>
                    <a:pt x="10852" y="51612"/>
                  </a:lnTo>
                  <a:lnTo>
                    <a:pt x="11429" y="51612"/>
                  </a:lnTo>
                  <a:lnTo>
                    <a:pt x="11429" y="28633"/>
                  </a:lnTo>
                  <a:lnTo>
                    <a:pt x="669" y="17873"/>
                  </a:lnTo>
                  <a:lnTo>
                    <a:pt x="608" y="17813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23"/>
            <p:cNvSpPr/>
            <p:nvPr/>
          </p:nvSpPr>
          <p:spPr>
            <a:xfrm>
              <a:off x="1861099" y="4342063"/>
              <a:ext cx="118575" cy="118575"/>
            </a:xfrm>
            <a:custGeom>
              <a:avLst/>
              <a:gdLst/>
              <a:ahLst/>
              <a:cxnLst/>
              <a:rect l="l" t="t" r="r" b="b"/>
              <a:pathLst>
                <a:path w="4743" h="4743" fill="none" extrusionOk="0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2" name="Google Shape;622;p23"/>
          <p:cNvGrpSpPr/>
          <p:nvPr/>
        </p:nvGrpSpPr>
        <p:grpSpPr>
          <a:xfrm>
            <a:off x="-483497" y="4392827"/>
            <a:ext cx="2014791" cy="473128"/>
            <a:chOff x="-35118" y="4342063"/>
            <a:chExt cx="2014791" cy="473128"/>
          </a:xfrm>
        </p:grpSpPr>
        <p:sp>
          <p:nvSpPr>
            <p:cNvPr id="623" name="Google Shape;623;p23"/>
            <p:cNvSpPr/>
            <p:nvPr/>
          </p:nvSpPr>
          <p:spPr>
            <a:xfrm rot="-5400000">
              <a:off x="712889" y="3641646"/>
              <a:ext cx="425539" cy="1921552"/>
            </a:xfrm>
            <a:custGeom>
              <a:avLst/>
              <a:gdLst/>
              <a:ahLst/>
              <a:cxnLst/>
              <a:rect l="l" t="t" r="r" b="b"/>
              <a:pathLst>
                <a:path w="11430" h="51613" extrusionOk="0">
                  <a:moveTo>
                    <a:pt x="0" y="1"/>
                  </a:moveTo>
                  <a:lnTo>
                    <a:pt x="0" y="17995"/>
                  </a:lnTo>
                  <a:lnTo>
                    <a:pt x="31" y="18056"/>
                  </a:lnTo>
                  <a:cubicBezTo>
                    <a:pt x="61" y="18117"/>
                    <a:pt x="91" y="18147"/>
                    <a:pt x="122" y="18177"/>
                  </a:cubicBezTo>
                  <a:lnTo>
                    <a:pt x="10852" y="28877"/>
                  </a:lnTo>
                  <a:lnTo>
                    <a:pt x="10852" y="51612"/>
                  </a:lnTo>
                  <a:lnTo>
                    <a:pt x="11429" y="51612"/>
                  </a:lnTo>
                  <a:lnTo>
                    <a:pt x="11429" y="28633"/>
                  </a:lnTo>
                  <a:lnTo>
                    <a:pt x="669" y="17873"/>
                  </a:lnTo>
                  <a:lnTo>
                    <a:pt x="608" y="17813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23"/>
            <p:cNvSpPr/>
            <p:nvPr/>
          </p:nvSpPr>
          <p:spPr>
            <a:xfrm>
              <a:off x="1861099" y="4342063"/>
              <a:ext cx="118575" cy="118575"/>
            </a:xfrm>
            <a:custGeom>
              <a:avLst/>
              <a:gdLst/>
              <a:ahLst/>
              <a:cxnLst/>
              <a:rect l="l" t="t" r="r" b="b"/>
              <a:pathLst>
                <a:path w="4743" h="4743" fill="none" extrusionOk="0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5" name="Google Shape;625;p23"/>
          <p:cNvGrpSpPr/>
          <p:nvPr/>
        </p:nvGrpSpPr>
        <p:grpSpPr>
          <a:xfrm>
            <a:off x="239988" y="-482281"/>
            <a:ext cx="482550" cy="1505350"/>
            <a:chOff x="3121150" y="-443725"/>
            <a:chExt cx="482550" cy="1505350"/>
          </a:xfrm>
        </p:grpSpPr>
        <p:sp>
          <p:nvSpPr>
            <p:cNvPr id="626" name="Google Shape;626;p23"/>
            <p:cNvSpPr/>
            <p:nvPr/>
          </p:nvSpPr>
          <p:spPr>
            <a:xfrm>
              <a:off x="3121150" y="-443725"/>
              <a:ext cx="427075" cy="1386800"/>
            </a:xfrm>
            <a:custGeom>
              <a:avLst/>
              <a:gdLst/>
              <a:ahLst/>
              <a:cxnLst/>
              <a:rect l="l" t="t" r="r" b="b"/>
              <a:pathLst>
                <a:path w="17083" h="55472" fill="none" extrusionOk="0">
                  <a:moveTo>
                    <a:pt x="17083" y="55472"/>
                  </a:moveTo>
                  <a:lnTo>
                    <a:pt x="17083" y="40669"/>
                  </a:lnTo>
                  <a:lnTo>
                    <a:pt x="0" y="40669"/>
                  </a:ln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23"/>
            <p:cNvSpPr/>
            <p:nvPr/>
          </p:nvSpPr>
          <p:spPr>
            <a:xfrm>
              <a:off x="3485125" y="943825"/>
              <a:ext cx="118575" cy="117800"/>
            </a:xfrm>
            <a:custGeom>
              <a:avLst/>
              <a:gdLst/>
              <a:ahLst/>
              <a:cxnLst/>
              <a:rect l="l" t="t" r="r" b="b"/>
              <a:pathLst>
                <a:path w="4743" h="4712" fill="none" extrusionOk="0">
                  <a:moveTo>
                    <a:pt x="4743" y="2006"/>
                  </a:moveTo>
                  <a:cubicBezTo>
                    <a:pt x="4743" y="3830"/>
                    <a:pt x="2554" y="4712"/>
                    <a:pt x="1277" y="3465"/>
                  </a:cubicBezTo>
                  <a:cubicBezTo>
                    <a:pt x="1" y="2189"/>
                    <a:pt x="913" y="0"/>
                    <a:pt x="2706" y="0"/>
                  </a:cubicBezTo>
                  <a:cubicBezTo>
                    <a:pt x="3831" y="0"/>
                    <a:pt x="4743" y="912"/>
                    <a:pt x="4743" y="2006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8" name="Google Shape;628;p23"/>
          <p:cNvGrpSpPr/>
          <p:nvPr/>
        </p:nvGrpSpPr>
        <p:grpSpPr>
          <a:xfrm>
            <a:off x="444769" y="-913981"/>
            <a:ext cx="482550" cy="1505350"/>
            <a:chOff x="3121150" y="-443725"/>
            <a:chExt cx="482550" cy="1505350"/>
          </a:xfrm>
        </p:grpSpPr>
        <p:sp>
          <p:nvSpPr>
            <p:cNvPr id="629" name="Google Shape;629;p23"/>
            <p:cNvSpPr/>
            <p:nvPr/>
          </p:nvSpPr>
          <p:spPr>
            <a:xfrm>
              <a:off x="3121150" y="-443725"/>
              <a:ext cx="427075" cy="1386800"/>
            </a:xfrm>
            <a:custGeom>
              <a:avLst/>
              <a:gdLst/>
              <a:ahLst/>
              <a:cxnLst/>
              <a:rect l="l" t="t" r="r" b="b"/>
              <a:pathLst>
                <a:path w="17083" h="55472" fill="none" extrusionOk="0">
                  <a:moveTo>
                    <a:pt x="17083" y="55472"/>
                  </a:moveTo>
                  <a:lnTo>
                    <a:pt x="17083" y="40669"/>
                  </a:lnTo>
                  <a:lnTo>
                    <a:pt x="0" y="40669"/>
                  </a:ln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23"/>
            <p:cNvSpPr/>
            <p:nvPr/>
          </p:nvSpPr>
          <p:spPr>
            <a:xfrm>
              <a:off x="3485125" y="943825"/>
              <a:ext cx="118575" cy="117800"/>
            </a:xfrm>
            <a:custGeom>
              <a:avLst/>
              <a:gdLst/>
              <a:ahLst/>
              <a:cxnLst/>
              <a:rect l="l" t="t" r="r" b="b"/>
              <a:pathLst>
                <a:path w="4743" h="4712" fill="none" extrusionOk="0">
                  <a:moveTo>
                    <a:pt x="4743" y="2006"/>
                  </a:moveTo>
                  <a:cubicBezTo>
                    <a:pt x="4743" y="3830"/>
                    <a:pt x="2554" y="4712"/>
                    <a:pt x="1277" y="3465"/>
                  </a:cubicBezTo>
                  <a:cubicBezTo>
                    <a:pt x="1" y="2189"/>
                    <a:pt x="913" y="0"/>
                    <a:pt x="2706" y="0"/>
                  </a:cubicBezTo>
                  <a:cubicBezTo>
                    <a:pt x="3831" y="0"/>
                    <a:pt x="4743" y="912"/>
                    <a:pt x="4743" y="2006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1" name="Google Shape;631;p23"/>
          <p:cNvGrpSpPr/>
          <p:nvPr/>
        </p:nvGrpSpPr>
        <p:grpSpPr>
          <a:xfrm rot="5400000">
            <a:off x="965855" y="-856180"/>
            <a:ext cx="2290315" cy="1518337"/>
            <a:chOff x="-736445" y="1581995"/>
            <a:chExt cx="2290315" cy="1518337"/>
          </a:xfrm>
        </p:grpSpPr>
        <p:sp>
          <p:nvSpPr>
            <p:cNvPr id="632" name="Google Shape;632;p23"/>
            <p:cNvSpPr/>
            <p:nvPr/>
          </p:nvSpPr>
          <p:spPr>
            <a:xfrm>
              <a:off x="1109379" y="2803495"/>
              <a:ext cx="118575" cy="118575"/>
            </a:xfrm>
            <a:custGeom>
              <a:avLst/>
              <a:gdLst/>
              <a:ahLst/>
              <a:cxnLst/>
              <a:rect l="l" t="t" r="r" b="b"/>
              <a:pathLst>
                <a:path w="4743" h="4743" fill="none" extrusionOk="0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33" name="Google Shape;633;p23"/>
            <p:cNvGrpSpPr/>
            <p:nvPr/>
          </p:nvGrpSpPr>
          <p:grpSpPr>
            <a:xfrm>
              <a:off x="-736445" y="1581995"/>
              <a:ext cx="2290315" cy="1518337"/>
              <a:chOff x="-565732" y="1582220"/>
              <a:chExt cx="2290315" cy="1518337"/>
            </a:xfrm>
          </p:grpSpPr>
          <p:sp>
            <p:nvSpPr>
              <p:cNvPr id="634" name="Google Shape;634;p23"/>
              <p:cNvSpPr/>
              <p:nvPr/>
            </p:nvSpPr>
            <p:spPr>
              <a:xfrm>
                <a:off x="-565732" y="2486098"/>
                <a:ext cx="1862289" cy="395491"/>
              </a:xfrm>
              <a:custGeom>
                <a:avLst/>
                <a:gdLst/>
                <a:ahLst/>
                <a:cxnLst/>
                <a:rect l="l" t="t" r="r" b="b"/>
                <a:pathLst>
                  <a:path w="22615" h="4803" extrusionOk="0">
                    <a:moveTo>
                      <a:pt x="1" y="0"/>
                    </a:moveTo>
                    <a:lnTo>
                      <a:pt x="1" y="365"/>
                    </a:lnTo>
                    <a:lnTo>
                      <a:pt x="11429" y="365"/>
                    </a:lnTo>
                    <a:lnTo>
                      <a:pt x="11460" y="395"/>
                    </a:lnTo>
                    <a:lnTo>
                      <a:pt x="13010" y="1945"/>
                    </a:lnTo>
                    <a:cubicBezTo>
                      <a:pt x="13922" y="2857"/>
                      <a:pt x="14894" y="3830"/>
                      <a:pt x="15837" y="4742"/>
                    </a:cubicBezTo>
                    <a:lnTo>
                      <a:pt x="15897" y="4803"/>
                    </a:lnTo>
                    <a:lnTo>
                      <a:pt x="22615" y="4803"/>
                    </a:lnTo>
                    <a:lnTo>
                      <a:pt x="22615" y="4408"/>
                    </a:lnTo>
                    <a:lnTo>
                      <a:pt x="16049" y="4408"/>
                    </a:lnTo>
                    <a:cubicBezTo>
                      <a:pt x="15107" y="3526"/>
                      <a:pt x="14195" y="2584"/>
                      <a:pt x="13283" y="1672"/>
                    </a:cubicBezTo>
                    <a:cubicBezTo>
                      <a:pt x="12767" y="1155"/>
                      <a:pt x="12250" y="638"/>
                      <a:pt x="11733" y="122"/>
                    </a:cubicBezTo>
                    <a:lnTo>
                      <a:pt x="11703" y="91"/>
                    </a:lnTo>
                    <a:cubicBezTo>
                      <a:pt x="11672" y="61"/>
                      <a:pt x="11642" y="61"/>
                      <a:pt x="11612" y="31"/>
                    </a:cubicBezTo>
                    <a:lnTo>
                      <a:pt x="115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35" name="Google Shape;635;p23"/>
              <p:cNvGrpSpPr/>
              <p:nvPr/>
            </p:nvGrpSpPr>
            <p:grpSpPr>
              <a:xfrm>
                <a:off x="-565732" y="1582220"/>
                <a:ext cx="2290315" cy="435914"/>
                <a:chOff x="-565732" y="1582220"/>
                <a:chExt cx="2290315" cy="435914"/>
              </a:xfrm>
            </p:grpSpPr>
            <p:sp>
              <p:nvSpPr>
                <p:cNvPr id="636" name="Google Shape;636;p23"/>
                <p:cNvSpPr/>
                <p:nvPr/>
              </p:nvSpPr>
              <p:spPr>
                <a:xfrm>
                  <a:off x="-565732" y="1622561"/>
                  <a:ext cx="2202713" cy="3955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49" h="4804" extrusionOk="0">
                      <a:moveTo>
                        <a:pt x="14803" y="1"/>
                      </a:moveTo>
                      <a:lnTo>
                        <a:pt x="10457" y="4347"/>
                      </a:lnTo>
                      <a:lnTo>
                        <a:pt x="10396" y="4408"/>
                      </a:lnTo>
                      <a:lnTo>
                        <a:pt x="10396" y="4438"/>
                      </a:lnTo>
                      <a:lnTo>
                        <a:pt x="1" y="4438"/>
                      </a:lnTo>
                      <a:lnTo>
                        <a:pt x="1" y="4803"/>
                      </a:lnTo>
                      <a:lnTo>
                        <a:pt x="10517" y="4803"/>
                      </a:lnTo>
                      <a:lnTo>
                        <a:pt x="10548" y="4773"/>
                      </a:lnTo>
                      <a:cubicBezTo>
                        <a:pt x="10609" y="4742"/>
                        <a:pt x="10639" y="4712"/>
                        <a:pt x="10700" y="4651"/>
                      </a:cubicBezTo>
                      <a:lnTo>
                        <a:pt x="10730" y="4621"/>
                      </a:lnTo>
                      <a:lnTo>
                        <a:pt x="14955" y="365"/>
                      </a:lnTo>
                      <a:lnTo>
                        <a:pt x="26749" y="365"/>
                      </a:lnTo>
                      <a:lnTo>
                        <a:pt x="2674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7" name="Google Shape;637;p23"/>
                <p:cNvSpPr/>
                <p:nvPr/>
              </p:nvSpPr>
              <p:spPr>
                <a:xfrm>
                  <a:off x="1606008" y="1582220"/>
                  <a:ext cx="118575" cy="11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43" h="4743" fill="none" extrusionOk="0">
                      <a:moveTo>
                        <a:pt x="4742" y="2037"/>
                      </a:moveTo>
                      <a:cubicBezTo>
                        <a:pt x="4742" y="3830"/>
                        <a:pt x="2554" y="4742"/>
                        <a:pt x="1277" y="3466"/>
                      </a:cubicBezTo>
                      <a:cubicBezTo>
                        <a:pt x="1" y="2189"/>
                        <a:pt x="912" y="31"/>
                        <a:pt x="2706" y="1"/>
                      </a:cubicBezTo>
                      <a:cubicBezTo>
                        <a:pt x="3830" y="1"/>
                        <a:pt x="4742" y="912"/>
                        <a:pt x="4742" y="2037"/>
                      </a:cubicBezTo>
                      <a:close/>
                    </a:path>
                  </a:pathLst>
                </a:custGeom>
                <a:noFill/>
                <a:ln w="28575" cap="flat" cmpd="sng">
                  <a:solidFill>
                    <a:schemeClr val="dk1"/>
                  </a:solidFill>
                  <a:prstDash val="solid"/>
                  <a:miter lim="3039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38" name="Google Shape;638;p23"/>
              <p:cNvGrpSpPr/>
              <p:nvPr/>
            </p:nvGrpSpPr>
            <p:grpSpPr>
              <a:xfrm>
                <a:off x="-565732" y="1759770"/>
                <a:ext cx="1948882" cy="441085"/>
                <a:chOff x="-565732" y="1759770"/>
                <a:chExt cx="1948882" cy="441085"/>
              </a:xfrm>
            </p:grpSpPr>
            <p:sp>
              <p:nvSpPr>
                <p:cNvPr id="639" name="Google Shape;639;p23"/>
                <p:cNvSpPr/>
                <p:nvPr/>
              </p:nvSpPr>
              <p:spPr>
                <a:xfrm>
                  <a:off x="-565732" y="1805281"/>
                  <a:ext cx="1862289" cy="3955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15" h="4804" extrusionOk="0">
                      <a:moveTo>
                        <a:pt x="15867" y="1"/>
                      </a:moveTo>
                      <a:lnTo>
                        <a:pt x="15806" y="61"/>
                      </a:lnTo>
                      <a:cubicBezTo>
                        <a:pt x="14864" y="973"/>
                        <a:pt x="13922" y="1946"/>
                        <a:pt x="12980" y="2858"/>
                      </a:cubicBezTo>
                      <a:lnTo>
                        <a:pt x="11460" y="4408"/>
                      </a:lnTo>
                      <a:lnTo>
                        <a:pt x="11429" y="4438"/>
                      </a:lnTo>
                      <a:lnTo>
                        <a:pt x="1" y="4438"/>
                      </a:lnTo>
                      <a:lnTo>
                        <a:pt x="1" y="4803"/>
                      </a:lnTo>
                      <a:lnTo>
                        <a:pt x="11581" y="4803"/>
                      </a:lnTo>
                      <a:lnTo>
                        <a:pt x="11612" y="4773"/>
                      </a:lnTo>
                      <a:cubicBezTo>
                        <a:pt x="11642" y="4742"/>
                        <a:pt x="11672" y="4712"/>
                        <a:pt x="11703" y="4681"/>
                      </a:cubicBezTo>
                      <a:lnTo>
                        <a:pt x="11733" y="4681"/>
                      </a:lnTo>
                      <a:lnTo>
                        <a:pt x="13283" y="3131"/>
                      </a:lnTo>
                      <a:cubicBezTo>
                        <a:pt x="14165" y="2219"/>
                        <a:pt x="15107" y="1277"/>
                        <a:pt x="16049" y="365"/>
                      </a:cubicBezTo>
                      <a:lnTo>
                        <a:pt x="22615" y="365"/>
                      </a:lnTo>
                      <a:lnTo>
                        <a:pt x="2261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0" name="Google Shape;640;p23"/>
                <p:cNvSpPr/>
                <p:nvPr/>
              </p:nvSpPr>
              <p:spPr>
                <a:xfrm>
                  <a:off x="1264575" y="1759770"/>
                  <a:ext cx="118575" cy="11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43" h="4743" fill="none" extrusionOk="0">
                      <a:moveTo>
                        <a:pt x="4742" y="2037"/>
                      </a:moveTo>
                      <a:cubicBezTo>
                        <a:pt x="4742" y="3830"/>
                        <a:pt x="2554" y="4742"/>
                        <a:pt x="1277" y="3466"/>
                      </a:cubicBezTo>
                      <a:cubicBezTo>
                        <a:pt x="1" y="2189"/>
                        <a:pt x="912" y="31"/>
                        <a:pt x="2706" y="1"/>
                      </a:cubicBezTo>
                      <a:cubicBezTo>
                        <a:pt x="3830" y="1"/>
                        <a:pt x="4742" y="912"/>
                        <a:pt x="4742" y="2037"/>
                      </a:cubicBezTo>
                      <a:close/>
                    </a:path>
                  </a:pathLst>
                </a:custGeom>
                <a:noFill/>
                <a:ln w="28575" cap="flat" cmpd="sng">
                  <a:solidFill>
                    <a:schemeClr val="dk1"/>
                  </a:solidFill>
                  <a:prstDash val="solid"/>
                  <a:miter lim="3039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41" name="Google Shape;641;p23"/>
              <p:cNvGrpSpPr/>
              <p:nvPr/>
            </p:nvGrpSpPr>
            <p:grpSpPr>
              <a:xfrm>
                <a:off x="-390503" y="2295383"/>
                <a:ext cx="1572778" cy="118575"/>
                <a:chOff x="-390503" y="2295383"/>
                <a:chExt cx="1572778" cy="118575"/>
              </a:xfrm>
            </p:grpSpPr>
            <p:sp>
              <p:nvSpPr>
                <p:cNvPr id="642" name="Google Shape;642;p23"/>
                <p:cNvSpPr/>
                <p:nvPr/>
              </p:nvSpPr>
              <p:spPr>
                <a:xfrm>
                  <a:off x="-390503" y="2338374"/>
                  <a:ext cx="1474350" cy="326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04" h="396" extrusionOk="0">
                      <a:moveTo>
                        <a:pt x="0" y="1"/>
                      </a:moveTo>
                      <a:lnTo>
                        <a:pt x="0" y="396"/>
                      </a:lnTo>
                      <a:lnTo>
                        <a:pt x="17903" y="396"/>
                      </a:lnTo>
                      <a:lnTo>
                        <a:pt x="1790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3" name="Google Shape;643;p23"/>
                <p:cNvSpPr/>
                <p:nvPr/>
              </p:nvSpPr>
              <p:spPr>
                <a:xfrm>
                  <a:off x="1063700" y="2295383"/>
                  <a:ext cx="118575" cy="11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43" h="4743" fill="none" extrusionOk="0">
                      <a:moveTo>
                        <a:pt x="4742" y="2037"/>
                      </a:moveTo>
                      <a:cubicBezTo>
                        <a:pt x="4742" y="3830"/>
                        <a:pt x="2554" y="4742"/>
                        <a:pt x="1277" y="3466"/>
                      </a:cubicBezTo>
                      <a:cubicBezTo>
                        <a:pt x="1" y="2189"/>
                        <a:pt x="912" y="31"/>
                        <a:pt x="2706" y="1"/>
                      </a:cubicBezTo>
                      <a:cubicBezTo>
                        <a:pt x="3830" y="1"/>
                        <a:pt x="4742" y="912"/>
                        <a:pt x="4742" y="2037"/>
                      </a:cubicBezTo>
                      <a:close/>
                    </a:path>
                  </a:pathLst>
                </a:custGeom>
                <a:noFill/>
                <a:ln w="28575" cap="flat" cmpd="sng">
                  <a:solidFill>
                    <a:schemeClr val="dk1"/>
                  </a:solidFill>
                  <a:prstDash val="solid"/>
                  <a:miter lim="3039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44" name="Google Shape;644;p23"/>
              <p:cNvGrpSpPr/>
              <p:nvPr/>
            </p:nvGrpSpPr>
            <p:grpSpPr>
              <a:xfrm>
                <a:off x="-565732" y="2666266"/>
                <a:ext cx="2239329" cy="434292"/>
                <a:chOff x="-565732" y="2666266"/>
                <a:chExt cx="2239329" cy="434292"/>
              </a:xfrm>
            </p:grpSpPr>
            <p:sp>
              <p:nvSpPr>
                <p:cNvPr id="645" name="Google Shape;645;p23"/>
                <p:cNvSpPr/>
                <p:nvPr/>
              </p:nvSpPr>
              <p:spPr>
                <a:xfrm>
                  <a:off x="-565732" y="2666266"/>
                  <a:ext cx="2165163" cy="3930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293" h="4773" extrusionOk="0">
                      <a:moveTo>
                        <a:pt x="1" y="1"/>
                      </a:moveTo>
                      <a:lnTo>
                        <a:pt x="1" y="396"/>
                      </a:lnTo>
                      <a:lnTo>
                        <a:pt x="10396" y="396"/>
                      </a:lnTo>
                      <a:lnTo>
                        <a:pt x="10457" y="457"/>
                      </a:lnTo>
                      <a:lnTo>
                        <a:pt x="14803" y="4773"/>
                      </a:lnTo>
                      <a:lnTo>
                        <a:pt x="26293" y="4773"/>
                      </a:lnTo>
                      <a:cubicBezTo>
                        <a:pt x="26171" y="4712"/>
                        <a:pt x="26050" y="4560"/>
                        <a:pt x="25928" y="4438"/>
                      </a:cubicBezTo>
                      <a:lnTo>
                        <a:pt x="14986" y="4438"/>
                      </a:lnTo>
                      <a:lnTo>
                        <a:pt x="10730" y="183"/>
                      </a:lnTo>
                      <a:cubicBezTo>
                        <a:pt x="10700" y="183"/>
                        <a:pt x="10700" y="183"/>
                        <a:pt x="10700" y="153"/>
                      </a:cubicBezTo>
                      <a:cubicBezTo>
                        <a:pt x="10639" y="92"/>
                        <a:pt x="10609" y="61"/>
                        <a:pt x="10548" y="31"/>
                      </a:cubicBezTo>
                      <a:lnTo>
                        <a:pt x="1048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6" name="Google Shape;646;p23"/>
                <p:cNvSpPr/>
                <p:nvPr/>
              </p:nvSpPr>
              <p:spPr>
                <a:xfrm>
                  <a:off x="1555022" y="2981983"/>
                  <a:ext cx="118575" cy="11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43" h="4743" fill="none" extrusionOk="0">
                      <a:moveTo>
                        <a:pt x="4742" y="2037"/>
                      </a:moveTo>
                      <a:cubicBezTo>
                        <a:pt x="4742" y="3830"/>
                        <a:pt x="2554" y="4742"/>
                        <a:pt x="1277" y="3466"/>
                      </a:cubicBezTo>
                      <a:cubicBezTo>
                        <a:pt x="1" y="2189"/>
                        <a:pt x="912" y="31"/>
                        <a:pt x="2706" y="1"/>
                      </a:cubicBezTo>
                      <a:cubicBezTo>
                        <a:pt x="3830" y="1"/>
                        <a:pt x="4742" y="912"/>
                        <a:pt x="4742" y="2037"/>
                      </a:cubicBezTo>
                      <a:close/>
                    </a:path>
                  </a:pathLst>
                </a:custGeom>
                <a:noFill/>
                <a:ln w="28575" cap="flat" cmpd="sng">
                  <a:solidFill>
                    <a:schemeClr val="dk1"/>
                  </a:solidFill>
                  <a:prstDash val="solid"/>
                  <a:miter lim="3039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2_1"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8" name="Google Shape;648;p24"/>
          <p:cNvGrpSpPr/>
          <p:nvPr/>
        </p:nvGrpSpPr>
        <p:grpSpPr>
          <a:xfrm>
            <a:off x="1050348" y="-469529"/>
            <a:ext cx="1195349" cy="1078296"/>
            <a:chOff x="4404625" y="-443721"/>
            <a:chExt cx="1195349" cy="1078296"/>
          </a:xfrm>
        </p:grpSpPr>
        <p:sp>
          <p:nvSpPr>
            <p:cNvPr id="649" name="Google Shape;649;p24"/>
            <p:cNvSpPr/>
            <p:nvPr/>
          </p:nvSpPr>
          <p:spPr>
            <a:xfrm>
              <a:off x="4501128" y="-443721"/>
              <a:ext cx="1098846" cy="1006875"/>
            </a:xfrm>
            <a:custGeom>
              <a:avLst/>
              <a:gdLst/>
              <a:ahLst/>
              <a:cxnLst/>
              <a:rect l="l" t="t" r="r" b="b"/>
              <a:pathLst>
                <a:path w="32677" h="40275" fill="none" extrusionOk="0">
                  <a:moveTo>
                    <a:pt x="1" y="40274"/>
                  </a:moveTo>
                  <a:lnTo>
                    <a:pt x="32676" y="40274"/>
                  </a:lnTo>
                  <a:lnTo>
                    <a:pt x="32676" y="0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24"/>
            <p:cNvSpPr/>
            <p:nvPr/>
          </p:nvSpPr>
          <p:spPr>
            <a:xfrm>
              <a:off x="4404625" y="516000"/>
              <a:ext cx="117825" cy="118575"/>
            </a:xfrm>
            <a:custGeom>
              <a:avLst/>
              <a:gdLst/>
              <a:ahLst/>
              <a:cxnLst/>
              <a:rect l="l" t="t" r="r" b="b"/>
              <a:pathLst>
                <a:path w="4713" h="4743" fill="none" extrusionOk="0">
                  <a:moveTo>
                    <a:pt x="1" y="2037"/>
                  </a:moveTo>
                  <a:cubicBezTo>
                    <a:pt x="1" y="3830"/>
                    <a:pt x="2159" y="4742"/>
                    <a:pt x="3436" y="3466"/>
                  </a:cubicBezTo>
                  <a:cubicBezTo>
                    <a:pt x="4712" y="2189"/>
                    <a:pt x="3800" y="1"/>
                    <a:pt x="2007" y="31"/>
                  </a:cubicBezTo>
                  <a:cubicBezTo>
                    <a:pt x="882" y="31"/>
                    <a:pt x="1" y="912"/>
                    <a:pt x="1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1" name="Google Shape;651;p24"/>
          <p:cNvGrpSpPr/>
          <p:nvPr/>
        </p:nvGrpSpPr>
        <p:grpSpPr>
          <a:xfrm rot="-5400000">
            <a:off x="-393663" y="-505555"/>
            <a:ext cx="2181860" cy="892524"/>
            <a:chOff x="6525475" y="148600"/>
            <a:chExt cx="2808779" cy="1148975"/>
          </a:xfrm>
        </p:grpSpPr>
        <p:sp>
          <p:nvSpPr>
            <p:cNvPr id="652" name="Google Shape;652;p24"/>
            <p:cNvSpPr/>
            <p:nvPr/>
          </p:nvSpPr>
          <p:spPr>
            <a:xfrm>
              <a:off x="6629575" y="195700"/>
              <a:ext cx="2704679" cy="1101875"/>
            </a:xfrm>
            <a:custGeom>
              <a:avLst/>
              <a:gdLst/>
              <a:ahLst/>
              <a:cxnLst/>
              <a:rect l="l" t="t" r="r" b="b"/>
              <a:pathLst>
                <a:path w="50914" h="44075" fill="none" extrusionOk="0">
                  <a:moveTo>
                    <a:pt x="50913" y="44074"/>
                  </a:moveTo>
                  <a:lnTo>
                    <a:pt x="25442" y="44074"/>
                  </a:lnTo>
                  <a:lnTo>
                    <a:pt x="25442" y="1"/>
                  </a:lnTo>
                  <a:lnTo>
                    <a:pt x="1" y="1"/>
                  </a:lnTo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24"/>
            <p:cNvSpPr/>
            <p:nvPr/>
          </p:nvSpPr>
          <p:spPr>
            <a:xfrm>
              <a:off x="6525475" y="148600"/>
              <a:ext cx="118575" cy="118550"/>
            </a:xfrm>
            <a:custGeom>
              <a:avLst/>
              <a:gdLst/>
              <a:ahLst/>
              <a:cxnLst/>
              <a:rect l="l" t="t" r="r" b="b"/>
              <a:pathLst>
                <a:path w="4743" h="4742" fill="none" extrusionOk="0">
                  <a:moveTo>
                    <a:pt x="0" y="2037"/>
                  </a:moveTo>
                  <a:cubicBezTo>
                    <a:pt x="0" y="3830"/>
                    <a:pt x="2189" y="4742"/>
                    <a:pt x="3465" y="3465"/>
                  </a:cubicBezTo>
                  <a:cubicBezTo>
                    <a:pt x="4742" y="2189"/>
                    <a:pt x="3830" y="0"/>
                    <a:pt x="2037" y="30"/>
                  </a:cubicBezTo>
                  <a:cubicBezTo>
                    <a:pt x="912" y="30"/>
                    <a:pt x="0" y="912"/>
                    <a:pt x="0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4" name="Google Shape;654;p24"/>
          <p:cNvGrpSpPr/>
          <p:nvPr/>
        </p:nvGrpSpPr>
        <p:grpSpPr>
          <a:xfrm rot="-5400000">
            <a:off x="38041" y="-247490"/>
            <a:ext cx="2181860" cy="892524"/>
            <a:chOff x="6525475" y="148600"/>
            <a:chExt cx="2808779" cy="1148975"/>
          </a:xfrm>
        </p:grpSpPr>
        <p:sp>
          <p:nvSpPr>
            <p:cNvPr id="655" name="Google Shape;655;p24"/>
            <p:cNvSpPr/>
            <p:nvPr/>
          </p:nvSpPr>
          <p:spPr>
            <a:xfrm>
              <a:off x="6629575" y="195700"/>
              <a:ext cx="2704679" cy="1101875"/>
            </a:xfrm>
            <a:custGeom>
              <a:avLst/>
              <a:gdLst/>
              <a:ahLst/>
              <a:cxnLst/>
              <a:rect l="l" t="t" r="r" b="b"/>
              <a:pathLst>
                <a:path w="50914" h="44075" fill="none" extrusionOk="0">
                  <a:moveTo>
                    <a:pt x="50913" y="44074"/>
                  </a:moveTo>
                  <a:lnTo>
                    <a:pt x="25442" y="44074"/>
                  </a:lnTo>
                  <a:lnTo>
                    <a:pt x="25442" y="1"/>
                  </a:lnTo>
                  <a:lnTo>
                    <a:pt x="1" y="1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24"/>
            <p:cNvSpPr/>
            <p:nvPr/>
          </p:nvSpPr>
          <p:spPr>
            <a:xfrm>
              <a:off x="6525475" y="148600"/>
              <a:ext cx="118575" cy="118550"/>
            </a:xfrm>
            <a:custGeom>
              <a:avLst/>
              <a:gdLst/>
              <a:ahLst/>
              <a:cxnLst/>
              <a:rect l="l" t="t" r="r" b="b"/>
              <a:pathLst>
                <a:path w="4743" h="4742" fill="none" extrusionOk="0">
                  <a:moveTo>
                    <a:pt x="0" y="2037"/>
                  </a:moveTo>
                  <a:cubicBezTo>
                    <a:pt x="0" y="3830"/>
                    <a:pt x="2189" y="4742"/>
                    <a:pt x="3465" y="3465"/>
                  </a:cubicBezTo>
                  <a:cubicBezTo>
                    <a:pt x="4742" y="2189"/>
                    <a:pt x="3830" y="0"/>
                    <a:pt x="2037" y="30"/>
                  </a:cubicBezTo>
                  <a:cubicBezTo>
                    <a:pt x="912" y="30"/>
                    <a:pt x="0" y="912"/>
                    <a:pt x="0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7" name="Google Shape;657;p24"/>
          <p:cNvGrpSpPr/>
          <p:nvPr/>
        </p:nvGrpSpPr>
        <p:grpSpPr>
          <a:xfrm flipH="1">
            <a:off x="6888680" y="-997823"/>
            <a:ext cx="1994692" cy="2439924"/>
            <a:chOff x="403404" y="-997823"/>
            <a:chExt cx="1994692" cy="2439924"/>
          </a:xfrm>
        </p:grpSpPr>
        <p:grpSp>
          <p:nvGrpSpPr>
            <p:cNvPr id="658" name="Google Shape;658;p24"/>
            <p:cNvGrpSpPr/>
            <p:nvPr/>
          </p:nvGrpSpPr>
          <p:grpSpPr>
            <a:xfrm>
              <a:off x="1202748" y="-317129"/>
              <a:ext cx="1195349" cy="1078296"/>
              <a:chOff x="4404625" y="-443721"/>
              <a:chExt cx="1195349" cy="1078296"/>
            </a:xfrm>
          </p:grpSpPr>
          <p:sp>
            <p:nvSpPr>
              <p:cNvPr id="659" name="Google Shape;659;p24"/>
              <p:cNvSpPr/>
              <p:nvPr/>
            </p:nvSpPr>
            <p:spPr>
              <a:xfrm>
                <a:off x="4501128" y="-443721"/>
                <a:ext cx="1098846" cy="1006875"/>
              </a:xfrm>
              <a:custGeom>
                <a:avLst/>
                <a:gdLst/>
                <a:ahLst/>
                <a:cxnLst/>
                <a:rect l="l" t="t" r="r" b="b"/>
                <a:pathLst>
                  <a:path w="32677" h="40275" fill="none" extrusionOk="0">
                    <a:moveTo>
                      <a:pt x="1" y="40274"/>
                    </a:moveTo>
                    <a:lnTo>
                      <a:pt x="32676" y="40274"/>
                    </a:lnTo>
                    <a:lnTo>
                      <a:pt x="32676" y="0"/>
                    </a:ln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24"/>
              <p:cNvSpPr/>
              <p:nvPr/>
            </p:nvSpPr>
            <p:spPr>
              <a:xfrm>
                <a:off x="4404625" y="516000"/>
                <a:ext cx="117825" cy="118575"/>
              </a:xfrm>
              <a:custGeom>
                <a:avLst/>
                <a:gdLst/>
                <a:ahLst/>
                <a:cxnLst/>
                <a:rect l="l" t="t" r="r" b="b"/>
                <a:pathLst>
                  <a:path w="4713" h="4743" fill="none" extrusionOk="0">
                    <a:moveTo>
                      <a:pt x="1" y="2037"/>
                    </a:moveTo>
                    <a:cubicBezTo>
                      <a:pt x="1" y="3830"/>
                      <a:pt x="2159" y="4742"/>
                      <a:pt x="3436" y="3466"/>
                    </a:cubicBezTo>
                    <a:cubicBezTo>
                      <a:pt x="4712" y="2189"/>
                      <a:pt x="3800" y="1"/>
                      <a:pt x="2007" y="31"/>
                    </a:cubicBezTo>
                    <a:cubicBezTo>
                      <a:pt x="882" y="31"/>
                      <a:pt x="1" y="912"/>
                      <a:pt x="1" y="2037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1" name="Google Shape;661;p24"/>
            <p:cNvGrpSpPr/>
            <p:nvPr/>
          </p:nvGrpSpPr>
          <p:grpSpPr>
            <a:xfrm rot="-5400000">
              <a:off x="-241263" y="-353155"/>
              <a:ext cx="2181860" cy="892524"/>
              <a:chOff x="6525475" y="148600"/>
              <a:chExt cx="2808779" cy="1148975"/>
            </a:xfrm>
          </p:grpSpPr>
          <p:sp>
            <p:nvSpPr>
              <p:cNvPr id="662" name="Google Shape;662;p24"/>
              <p:cNvSpPr/>
              <p:nvPr/>
            </p:nvSpPr>
            <p:spPr>
              <a:xfrm>
                <a:off x="6629575" y="195700"/>
                <a:ext cx="2704679" cy="1101875"/>
              </a:xfrm>
              <a:custGeom>
                <a:avLst/>
                <a:gdLst/>
                <a:ahLst/>
                <a:cxnLst/>
                <a:rect l="l" t="t" r="r" b="b"/>
                <a:pathLst>
                  <a:path w="50914" h="44075" fill="none" extrusionOk="0">
                    <a:moveTo>
                      <a:pt x="50913" y="44074"/>
                    </a:moveTo>
                    <a:lnTo>
                      <a:pt x="25442" y="44074"/>
                    </a:lnTo>
                    <a:lnTo>
                      <a:pt x="25442" y="1"/>
                    </a:lnTo>
                    <a:lnTo>
                      <a:pt x="1" y="1"/>
                    </a:ln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24"/>
              <p:cNvSpPr/>
              <p:nvPr/>
            </p:nvSpPr>
            <p:spPr>
              <a:xfrm>
                <a:off x="6525475" y="148600"/>
                <a:ext cx="118575" cy="118550"/>
              </a:xfrm>
              <a:custGeom>
                <a:avLst/>
                <a:gdLst/>
                <a:ahLst/>
                <a:cxnLst/>
                <a:rect l="l" t="t" r="r" b="b"/>
                <a:pathLst>
                  <a:path w="4743" h="4742" fill="none" extrusionOk="0">
                    <a:moveTo>
                      <a:pt x="0" y="2037"/>
                    </a:moveTo>
                    <a:cubicBezTo>
                      <a:pt x="0" y="3830"/>
                      <a:pt x="2189" y="4742"/>
                      <a:pt x="3465" y="3465"/>
                    </a:cubicBezTo>
                    <a:cubicBezTo>
                      <a:pt x="4742" y="2189"/>
                      <a:pt x="3830" y="0"/>
                      <a:pt x="2037" y="30"/>
                    </a:cubicBezTo>
                    <a:cubicBezTo>
                      <a:pt x="912" y="30"/>
                      <a:pt x="0" y="912"/>
                      <a:pt x="0" y="2037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4" name="Google Shape;664;p24"/>
            <p:cNvGrpSpPr/>
            <p:nvPr/>
          </p:nvGrpSpPr>
          <p:grpSpPr>
            <a:xfrm rot="-5400000">
              <a:off x="182166" y="-95090"/>
              <a:ext cx="2181860" cy="892524"/>
              <a:chOff x="6525475" y="148600"/>
              <a:chExt cx="2808779" cy="1148975"/>
            </a:xfrm>
          </p:grpSpPr>
          <p:sp>
            <p:nvSpPr>
              <p:cNvPr id="665" name="Google Shape;665;p24"/>
              <p:cNvSpPr/>
              <p:nvPr/>
            </p:nvSpPr>
            <p:spPr>
              <a:xfrm>
                <a:off x="6629575" y="195700"/>
                <a:ext cx="2704679" cy="1101875"/>
              </a:xfrm>
              <a:custGeom>
                <a:avLst/>
                <a:gdLst/>
                <a:ahLst/>
                <a:cxnLst/>
                <a:rect l="l" t="t" r="r" b="b"/>
                <a:pathLst>
                  <a:path w="50914" h="44075" fill="none" extrusionOk="0">
                    <a:moveTo>
                      <a:pt x="50913" y="44074"/>
                    </a:moveTo>
                    <a:lnTo>
                      <a:pt x="25442" y="44074"/>
                    </a:lnTo>
                    <a:lnTo>
                      <a:pt x="25442" y="1"/>
                    </a:lnTo>
                    <a:lnTo>
                      <a:pt x="1" y="1"/>
                    </a:lnTo>
                  </a:path>
                </a:pathLst>
              </a:custGeom>
              <a:noFill/>
              <a:ln w="28575" cap="flat" cmpd="sng">
                <a:solidFill>
                  <a:schemeClr val="accent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24"/>
              <p:cNvSpPr/>
              <p:nvPr/>
            </p:nvSpPr>
            <p:spPr>
              <a:xfrm>
                <a:off x="6525475" y="148600"/>
                <a:ext cx="118575" cy="118550"/>
              </a:xfrm>
              <a:custGeom>
                <a:avLst/>
                <a:gdLst/>
                <a:ahLst/>
                <a:cxnLst/>
                <a:rect l="l" t="t" r="r" b="b"/>
                <a:pathLst>
                  <a:path w="4743" h="4742" fill="none" extrusionOk="0">
                    <a:moveTo>
                      <a:pt x="0" y="2037"/>
                    </a:moveTo>
                    <a:cubicBezTo>
                      <a:pt x="0" y="3830"/>
                      <a:pt x="2189" y="4742"/>
                      <a:pt x="3465" y="3465"/>
                    </a:cubicBezTo>
                    <a:cubicBezTo>
                      <a:pt x="4742" y="2189"/>
                      <a:pt x="3830" y="0"/>
                      <a:pt x="2037" y="30"/>
                    </a:cubicBezTo>
                    <a:cubicBezTo>
                      <a:pt x="912" y="30"/>
                      <a:pt x="0" y="912"/>
                      <a:pt x="0" y="2037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accent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67" name="Google Shape;667;p24"/>
          <p:cNvSpPr txBox="1">
            <a:spLocks noGrp="1"/>
          </p:cNvSpPr>
          <p:nvPr>
            <p:ph type="title"/>
          </p:nvPr>
        </p:nvSpPr>
        <p:spPr>
          <a:xfrm>
            <a:off x="1630950" y="539700"/>
            <a:ext cx="5882100" cy="47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668" name="Google Shape;668;p24"/>
          <p:cNvSpPr txBox="1">
            <a:spLocks noGrp="1"/>
          </p:cNvSpPr>
          <p:nvPr>
            <p:ph type="body" idx="1"/>
          </p:nvPr>
        </p:nvSpPr>
        <p:spPr>
          <a:xfrm>
            <a:off x="713250" y="1342250"/>
            <a:ext cx="7717500" cy="326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ato"/>
              <a:buChar char="○"/>
              <a:defRPr/>
            </a:lvl1pPr>
            <a:lvl2pPr marL="914400" lvl="1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Lato"/>
              <a:buChar char="■"/>
              <a:defRPr/>
            </a:lvl9pPr>
          </a:lstStyle>
          <a:p>
            <a:endParaRPr/>
          </a:p>
        </p:txBody>
      </p:sp>
      <p:grpSp>
        <p:nvGrpSpPr>
          <p:cNvPr id="669" name="Google Shape;669;p24"/>
          <p:cNvGrpSpPr/>
          <p:nvPr/>
        </p:nvGrpSpPr>
        <p:grpSpPr>
          <a:xfrm>
            <a:off x="-272766" y="4539543"/>
            <a:ext cx="2014791" cy="473128"/>
            <a:chOff x="-35118" y="4342063"/>
            <a:chExt cx="2014791" cy="473128"/>
          </a:xfrm>
        </p:grpSpPr>
        <p:sp>
          <p:nvSpPr>
            <p:cNvPr id="670" name="Google Shape;670;p24"/>
            <p:cNvSpPr/>
            <p:nvPr/>
          </p:nvSpPr>
          <p:spPr>
            <a:xfrm rot="-5400000">
              <a:off x="712889" y="3641646"/>
              <a:ext cx="425539" cy="1921552"/>
            </a:xfrm>
            <a:custGeom>
              <a:avLst/>
              <a:gdLst/>
              <a:ahLst/>
              <a:cxnLst/>
              <a:rect l="l" t="t" r="r" b="b"/>
              <a:pathLst>
                <a:path w="11430" h="51613" extrusionOk="0">
                  <a:moveTo>
                    <a:pt x="0" y="1"/>
                  </a:moveTo>
                  <a:lnTo>
                    <a:pt x="0" y="17995"/>
                  </a:lnTo>
                  <a:lnTo>
                    <a:pt x="31" y="18056"/>
                  </a:lnTo>
                  <a:cubicBezTo>
                    <a:pt x="61" y="18117"/>
                    <a:pt x="91" y="18147"/>
                    <a:pt x="122" y="18177"/>
                  </a:cubicBezTo>
                  <a:lnTo>
                    <a:pt x="10852" y="28877"/>
                  </a:lnTo>
                  <a:lnTo>
                    <a:pt x="10852" y="51612"/>
                  </a:lnTo>
                  <a:lnTo>
                    <a:pt x="11429" y="51612"/>
                  </a:lnTo>
                  <a:lnTo>
                    <a:pt x="11429" y="28633"/>
                  </a:lnTo>
                  <a:lnTo>
                    <a:pt x="669" y="17873"/>
                  </a:lnTo>
                  <a:lnTo>
                    <a:pt x="608" y="17813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4"/>
            <p:cNvSpPr/>
            <p:nvPr/>
          </p:nvSpPr>
          <p:spPr>
            <a:xfrm>
              <a:off x="1861099" y="4342063"/>
              <a:ext cx="118575" cy="118575"/>
            </a:xfrm>
            <a:custGeom>
              <a:avLst/>
              <a:gdLst/>
              <a:ahLst/>
              <a:cxnLst/>
              <a:rect l="l" t="t" r="r" b="b"/>
              <a:pathLst>
                <a:path w="4743" h="4743" fill="none" extrusionOk="0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2" name="Google Shape;672;p24"/>
          <p:cNvGrpSpPr/>
          <p:nvPr/>
        </p:nvGrpSpPr>
        <p:grpSpPr>
          <a:xfrm>
            <a:off x="-217866" y="4785686"/>
            <a:ext cx="2014791" cy="473128"/>
            <a:chOff x="-35118" y="4342063"/>
            <a:chExt cx="2014791" cy="473128"/>
          </a:xfrm>
        </p:grpSpPr>
        <p:sp>
          <p:nvSpPr>
            <p:cNvPr id="673" name="Google Shape;673;p24"/>
            <p:cNvSpPr/>
            <p:nvPr/>
          </p:nvSpPr>
          <p:spPr>
            <a:xfrm rot="-5400000">
              <a:off x="712889" y="3641646"/>
              <a:ext cx="425539" cy="1921552"/>
            </a:xfrm>
            <a:custGeom>
              <a:avLst/>
              <a:gdLst/>
              <a:ahLst/>
              <a:cxnLst/>
              <a:rect l="l" t="t" r="r" b="b"/>
              <a:pathLst>
                <a:path w="11430" h="51613" extrusionOk="0">
                  <a:moveTo>
                    <a:pt x="0" y="1"/>
                  </a:moveTo>
                  <a:lnTo>
                    <a:pt x="0" y="17995"/>
                  </a:lnTo>
                  <a:lnTo>
                    <a:pt x="31" y="18056"/>
                  </a:lnTo>
                  <a:cubicBezTo>
                    <a:pt x="61" y="18117"/>
                    <a:pt x="91" y="18147"/>
                    <a:pt x="122" y="18177"/>
                  </a:cubicBezTo>
                  <a:lnTo>
                    <a:pt x="10852" y="28877"/>
                  </a:lnTo>
                  <a:lnTo>
                    <a:pt x="10852" y="51612"/>
                  </a:lnTo>
                  <a:lnTo>
                    <a:pt x="11429" y="51612"/>
                  </a:lnTo>
                  <a:lnTo>
                    <a:pt x="11429" y="28633"/>
                  </a:lnTo>
                  <a:lnTo>
                    <a:pt x="669" y="17873"/>
                  </a:lnTo>
                  <a:lnTo>
                    <a:pt x="608" y="17813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24"/>
            <p:cNvSpPr/>
            <p:nvPr/>
          </p:nvSpPr>
          <p:spPr>
            <a:xfrm>
              <a:off x="1861099" y="4342063"/>
              <a:ext cx="118575" cy="118575"/>
            </a:xfrm>
            <a:custGeom>
              <a:avLst/>
              <a:gdLst/>
              <a:ahLst/>
              <a:cxnLst/>
              <a:rect l="l" t="t" r="r" b="b"/>
              <a:pathLst>
                <a:path w="4743" h="4743" fill="none" extrusionOk="0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solidFill>
              <a:schemeClr val="dk1"/>
            </a:solidFill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5" name="Google Shape;675;p24"/>
          <p:cNvGrpSpPr/>
          <p:nvPr/>
        </p:nvGrpSpPr>
        <p:grpSpPr>
          <a:xfrm rot="10800000">
            <a:off x="7239830" y="4310943"/>
            <a:ext cx="2014791" cy="473128"/>
            <a:chOff x="-35118" y="4342063"/>
            <a:chExt cx="2014791" cy="473128"/>
          </a:xfrm>
        </p:grpSpPr>
        <p:sp>
          <p:nvSpPr>
            <p:cNvPr id="676" name="Google Shape;676;p24"/>
            <p:cNvSpPr/>
            <p:nvPr/>
          </p:nvSpPr>
          <p:spPr>
            <a:xfrm rot="-5400000">
              <a:off x="712889" y="3641646"/>
              <a:ext cx="425539" cy="1921552"/>
            </a:xfrm>
            <a:custGeom>
              <a:avLst/>
              <a:gdLst/>
              <a:ahLst/>
              <a:cxnLst/>
              <a:rect l="l" t="t" r="r" b="b"/>
              <a:pathLst>
                <a:path w="11430" h="51613" extrusionOk="0">
                  <a:moveTo>
                    <a:pt x="0" y="1"/>
                  </a:moveTo>
                  <a:lnTo>
                    <a:pt x="0" y="17995"/>
                  </a:lnTo>
                  <a:lnTo>
                    <a:pt x="31" y="18056"/>
                  </a:lnTo>
                  <a:cubicBezTo>
                    <a:pt x="61" y="18117"/>
                    <a:pt x="91" y="18147"/>
                    <a:pt x="122" y="18177"/>
                  </a:cubicBezTo>
                  <a:lnTo>
                    <a:pt x="10852" y="28877"/>
                  </a:lnTo>
                  <a:lnTo>
                    <a:pt x="10852" y="51612"/>
                  </a:lnTo>
                  <a:lnTo>
                    <a:pt x="11429" y="51612"/>
                  </a:lnTo>
                  <a:lnTo>
                    <a:pt x="11429" y="28633"/>
                  </a:lnTo>
                  <a:lnTo>
                    <a:pt x="669" y="17873"/>
                  </a:lnTo>
                  <a:lnTo>
                    <a:pt x="608" y="17813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24"/>
            <p:cNvSpPr/>
            <p:nvPr/>
          </p:nvSpPr>
          <p:spPr>
            <a:xfrm>
              <a:off x="1861099" y="4342063"/>
              <a:ext cx="118575" cy="118575"/>
            </a:xfrm>
            <a:custGeom>
              <a:avLst/>
              <a:gdLst/>
              <a:ahLst/>
              <a:cxnLst/>
              <a:rect l="l" t="t" r="r" b="b"/>
              <a:pathLst>
                <a:path w="4743" h="4743" fill="none" extrusionOk="0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accen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2_1_1"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25"/>
          <p:cNvSpPr txBox="1">
            <a:spLocks noGrp="1"/>
          </p:cNvSpPr>
          <p:nvPr>
            <p:ph type="title"/>
          </p:nvPr>
        </p:nvSpPr>
        <p:spPr>
          <a:xfrm>
            <a:off x="1630950" y="539700"/>
            <a:ext cx="5882100" cy="47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680" name="Google Shape;680;p25"/>
          <p:cNvSpPr txBox="1">
            <a:spLocks noGrp="1"/>
          </p:cNvSpPr>
          <p:nvPr>
            <p:ph type="body" idx="1"/>
          </p:nvPr>
        </p:nvSpPr>
        <p:spPr>
          <a:xfrm>
            <a:off x="3818675" y="1681875"/>
            <a:ext cx="4611900" cy="272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Lato"/>
              <a:buChar char="■"/>
              <a:defRPr/>
            </a:lvl9pPr>
          </a:lstStyle>
          <a:p>
            <a:endParaRPr/>
          </a:p>
        </p:txBody>
      </p:sp>
      <p:grpSp>
        <p:nvGrpSpPr>
          <p:cNvPr id="681" name="Google Shape;681;p25"/>
          <p:cNvGrpSpPr/>
          <p:nvPr/>
        </p:nvGrpSpPr>
        <p:grpSpPr>
          <a:xfrm>
            <a:off x="7068170" y="-466234"/>
            <a:ext cx="1368260" cy="1078296"/>
            <a:chOff x="4231725" y="-443721"/>
            <a:chExt cx="1368260" cy="1078296"/>
          </a:xfrm>
        </p:grpSpPr>
        <p:sp>
          <p:nvSpPr>
            <p:cNvPr id="682" name="Google Shape;682;p25"/>
            <p:cNvSpPr/>
            <p:nvPr/>
          </p:nvSpPr>
          <p:spPr>
            <a:xfrm>
              <a:off x="4327869" y="-443721"/>
              <a:ext cx="1272116" cy="1006875"/>
            </a:xfrm>
            <a:custGeom>
              <a:avLst/>
              <a:gdLst/>
              <a:ahLst/>
              <a:cxnLst/>
              <a:rect l="l" t="t" r="r" b="b"/>
              <a:pathLst>
                <a:path w="32677" h="40275" fill="none" extrusionOk="0">
                  <a:moveTo>
                    <a:pt x="1" y="40274"/>
                  </a:moveTo>
                  <a:lnTo>
                    <a:pt x="32676" y="40274"/>
                  </a:lnTo>
                  <a:lnTo>
                    <a:pt x="32676" y="0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25"/>
            <p:cNvSpPr/>
            <p:nvPr/>
          </p:nvSpPr>
          <p:spPr>
            <a:xfrm>
              <a:off x="4231725" y="516000"/>
              <a:ext cx="117825" cy="118575"/>
            </a:xfrm>
            <a:custGeom>
              <a:avLst/>
              <a:gdLst/>
              <a:ahLst/>
              <a:cxnLst/>
              <a:rect l="l" t="t" r="r" b="b"/>
              <a:pathLst>
                <a:path w="4713" h="4743" fill="none" extrusionOk="0">
                  <a:moveTo>
                    <a:pt x="1" y="2037"/>
                  </a:moveTo>
                  <a:cubicBezTo>
                    <a:pt x="1" y="3830"/>
                    <a:pt x="2159" y="4742"/>
                    <a:pt x="3436" y="3466"/>
                  </a:cubicBezTo>
                  <a:cubicBezTo>
                    <a:pt x="4712" y="2189"/>
                    <a:pt x="3800" y="1"/>
                    <a:pt x="2007" y="31"/>
                  </a:cubicBezTo>
                  <a:cubicBezTo>
                    <a:pt x="882" y="31"/>
                    <a:pt x="1" y="912"/>
                    <a:pt x="1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4" name="Google Shape;684;p25"/>
          <p:cNvGrpSpPr/>
          <p:nvPr/>
        </p:nvGrpSpPr>
        <p:grpSpPr>
          <a:xfrm>
            <a:off x="8010070" y="-466238"/>
            <a:ext cx="1129225" cy="1439250"/>
            <a:chOff x="5173625" y="-443725"/>
            <a:chExt cx="1129225" cy="1439250"/>
          </a:xfrm>
        </p:grpSpPr>
        <p:sp>
          <p:nvSpPr>
            <p:cNvPr id="685" name="Google Shape;685;p25"/>
            <p:cNvSpPr/>
            <p:nvPr/>
          </p:nvSpPr>
          <p:spPr>
            <a:xfrm>
              <a:off x="5219975" y="-443725"/>
              <a:ext cx="1082875" cy="1320700"/>
            </a:xfrm>
            <a:custGeom>
              <a:avLst/>
              <a:gdLst/>
              <a:ahLst/>
              <a:cxnLst/>
              <a:rect l="l" t="t" r="r" b="b"/>
              <a:pathLst>
                <a:path w="43315" h="52828" fill="none" extrusionOk="0">
                  <a:moveTo>
                    <a:pt x="0" y="52828"/>
                  </a:moveTo>
                  <a:lnTo>
                    <a:pt x="0" y="25836"/>
                  </a:lnTo>
                  <a:lnTo>
                    <a:pt x="43314" y="25836"/>
                  </a:lnTo>
                  <a:lnTo>
                    <a:pt x="43314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25"/>
            <p:cNvSpPr/>
            <p:nvPr/>
          </p:nvSpPr>
          <p:spPr>
            <a:xfrm>
              <a:off x="5173625" y="876950"/>
              <a:ext cx="117800" cy="118575"/>
            </a:xfrm>
            <a:custGeom>
              <a:avLst/>
              <a:gdLst/>
              <a:ahLst/>
              <a:cxnLst/>
              <a:rect l="l" t="t" r="r" b="b"/>
              <a:pathLst>
                <a:path w="4712" h="4743" fill="none" extrusionOk="0">
                  <a:moveTo>
                    <a:pt x="0" y="2037"/>
                  </a:moveTo>
                  <a:cubicBezTo>
                    <a:pt x="0" y="3830"/>
                    <a:pt x="2158" y="4742"/>
                    <a:pt x="3435" y="3466"/>
                  </a:cubicBezTo>
                  <a:cubicBezTo>
                    <a:pt x="4711" y="2189"/>
                    <a:pt x="3800" y="1"/>
                    <a:pt x="2006" y="1"/>
                  </a:cubicBezTo>
                  <a:cubicBezTo>
                    <a:pt x="882" y="31"/>
                    <a:pt x="0" y="912"/>
                    <a:pt x="0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7" name="Google Shape;687;p25"/>
          <p:cNvGrpSpPr/>
          <p:nvPr/>
        </p:nvGrpSpPr>
        <p:grpSpPr>
          <a:xfrm flipH="1">
            <a:off x="5091" y="-472343"/>
            <a:ext cx="1129225" cy="1439250"/>
            <a:chOff x="5173625" y="-443725"/>
            <a:chExt cx="1129225" cy="1439250"/>
          </a:xfrm>
        </p:grpSpPr>
        <p:sp>
          <p:nvSpPr>
            <p:cNvPr id="688" name="Google Shape;688;p25"/>
            <p:cNvSpPr/>
            <p:nvPr/>
          </p:nvSpPr>
          <p:spPr>
            <a:xfrm>
              <a:off x="5219975" y="-443725"/>
              <a:ext cx="1082875" cy="1320700"/>
            </a:xfrm>
            <a:custGeom>
              <a:avLst/>
              <a:gdLst/>
              <a:ahLst/>
              <a:cxnLst/>
              <a:rect l="l" t="t" r="r" b="b"/>
              <a:pathLst>
                <a:path w="43315" h="52828" fill="none" extrusionOk="0">
                  <a:moveTo>
                    <a:pt x="0" y="52828"/>
                  </a:moveTo>
                  <a:lnTo>
                    <a:pt x="0" y="25836"/>
                  </a:lnTo>
                  <a:lnTo>
                    <a:pt x="43314" y="25836"/>
                  </a:lnTo>
                  <a:lnTo>
                    <a:pt x="43314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25"/>
            <p:cNvSpPr/>
            <p:nvPr/>
          </p:nvSpPr>
          <p:spPr>
            <a:xfrm>
              <a:off x="5173625" y="876950"/>
              <a:ext cx="117800" cy="118575"/>
            </a:xfrm>
            <a:custGeom>
              <a:avLst/>
              <a:gdLst/>
              <a:ahLst/>
              <a:cxnLst/>
              <a:rect l="l" t="t" r="r" b="b"/>
              <a:pathLst>
                <a:path w="4712" h="4743" fill="none" extrusionOk="0">
                  <a:moveTo>
                    <a:pt x="0" y="2037"/>
                  </a:moveTo>
                  <a:cubicBezTo>
                    <a:pt x="0" y="3830"/>
                    <a:pt x="2158" y="4742"/>
                    <a:pt x="3435" y="3466"/>
                  </a:cubicBezTo>
                  <a:cubicBezTo>
                    <a:pt x="4711" y="2189"/>
                    <a:pt x="3800" y="1"/>
                    <a:pt x="2006" y="1"/>
                  </a:cubicBezTo>
                  <a:cubicBezTo>
                    <a:pt x="882" y="31"/>
                    <a:pt x="0" y="912"/>
                    <a:pt x="0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0" name="Google Shape;690;p25"/>
          <p:cNvGrpSpPr/>
          <p:nvPr/>
        </p:nvGrpSpPr>
        <p:grpSpPr>
          <a:xfrm flipH="1">
            <a:off x="-98709" y="-223280"/>
            <a:ext cx="920275" cy="1078300"/>
            <a:chOff x="4679675" y="-443725"/>
            <a:chExt cx="920275" cy="1078300"/>
          </a:xfrm>
        </p:grpSpPr>
        <p:sp>
          <p:nvSpPr>
            <p:cNvPr id="691" name="Google Shape;691;p25"/>
            <p:cNvSpPr/>
            <p:nvPr/>
          </p:nvSpPr>
          <p:spPr>
            <a:xfrm>
              <a:off x="4783025" y="-443725"/>
              <a:ext cx="816925" cy="1006875"/>
            </a:xfrm>
            <a:custGeom>
              <a:avLst/>
              <a:gdLst/>
              <a:ahLst/>
              <a:cxnLst/>
              <a:rect l="l" t="t" r="r" b="b"/>
              <a:pathLst>
                <a:path w="32677" h="40275" fill="none" extrusionOk="0">
                  <a:moveTo>
                    <a:pt x="1" y="40274"/>
                  </a:moveTo>
                  <a:lnTo>
                    <a:pt x="32676" y="40274"/>
                  </a:lnTo>
                  <a:lnTo>
                    <a:pt x="32676" y="0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25"/>
            <p:cNvSpPr/>
            <p:nvPr/>
          </p:nvSpPr>
          <p:spPr>
            <a:xfrm>
              <a:off x="4679675" y="516000"/>
              <a:ext cx="117825" cy="118575"/>
            </a:xfrm>
            <a:custGeom>
              <a:avLst/>
              <a:gdLst/>
              <a:ahLst/>
              <a:cxnLst/>
              <a:rect l="l" t="t" r="r" b="b"/>
              <a:pathLst>
                <a:path w="4713" h="4743" fill="none" extrusionOk="0">
                  <a:moveTo>
                    <a:pt x="1" y="2037"/>
                  </a:moveTo>
                  <a:cubicBezTo>
                    <a:pt x="1" y="3830"/>
                    <a:pt x="2159" y="4742"/>
                    <a:pt x="3436" y="3466"/>
                  </a:cubicBezTo>
                  <a:cubicBezTo>
                    <a:pt x="4712" y="2189"/>
                    <a:pt x="3800" y="1"/>
                    <a:pt x="2007" y="31"/>
                  </a:cubicBezTo>
                  <a:cubicBezTo>
                    <a:pt x="882" y="31"/>
                    <a:pt x="1" y="912"/>
                    <a:pt x="1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3" name="Google Shape;693;p25"/>
          <p:cNvGrpSpPr/>
          <p:nvPr/>
        </p:nvGrpSpPr>
        <p:grpSpPr>
          <a:xfrm flipH="1">
            <a:off x="6573567" y="-671954"/>
            <a:ext cx="1195349" cy="1078296"/>
            <a:chOff x="4404625" y="-443721"/>
            <a:chExt cx="1195349" cy="1078296"/>
          </a:xfrm>
        </p:grpSpPr>
        <p:sp>
          <p:nvSpPr>
            <p:cNvPr id="694" name="Google Shape;694;p25"/>
            <p:cNvSpPr/>
            <p:nvPr/>
          </p:nvSpPr>
          <p:spPr>
            <a:xfrm>
              <a:off x="4501128" y="-443721"/>
              <a:ext cx="1098846" cy="1006875"/>
            </a:xfrm>
            <a:custGeom>
              <a:avLst/>
              <a:gdLst/>
              <a:ahLst/>
              <a:cxnLst/>
              <a:rect l="l" t="t" r="r" b="b"/>
              <a:pathLst>
                <a:path w="32677" h="40275" fill="none" extrusionOk="0">
                  <a:moveTo>
                    <a:pt x="1" y="40274"/>
                  </a:moveTo>
                  <a:lnTo>
                    <a:pt x="32676" y="40274"/>
                  </a:lnTo>
                  <a:lnTo>
                    <a:pt x="32676" y="0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25"/>
            <p:cNvSpPr/>
            <p:nvPr/>
          </p:nvSpPr>
          <p:spPr>
            <a:xfrm>
              <a:off x="4404625" y="516000"/>
              <a:ext cx="117825" cy="118575"/>
            </a:xfrm>
            <a:custGeom>
              <a:avLst/>
              <a:gdLst/>
              <a:ahLst/>
              <a:cxnLst/>
              <a:rect l="l" t="t" r="r" b="b"/>
              <a:pathLst>
                <a:path w="4713" h="4743" fill="none" extrusionOk="0">
                  <a:moveTo>
                    <a:pt x="1" y="2037"/>
                  </a:moveTo>
                  <a:cubicBezTo>
                    <a:pt x="1" y="3830"/>
                    <a:pt x="2159" y="4742"/>
                    <a:pt x="3436" y="3466"/>
                  </a:cubicBezTo>
                  <a:cubicBezTo>
                    <a:pt x="4712" y="2189"/>
                    <a:pt x="3800" y="1"/>
                    <a:pt x="2007" y="31"/>
                  </a:cubicBezTo>
                  <a:cubicBezTo>
                    <a:pt x="882" y="31"/>
                    <a:pt x="1" y="912"/>
                    <a:pt x="1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6" name="Google Shape;696;p25"/>
          <p:cNvGrpSpPr/>
          <p:nvPr/>
        </p:nvGrpSpPr>
        <p:grpSpPr>
          <a:xfrm>
            <a:off x="1375492" y="-671954"/>
            <a:ext cx="1195349" cy="1078296"/>
            <a:chOff x="4404625" y="-443721"/>
            <a:chExt cx="1195349" cy="1078296"/>
          </a:xfrm>
        </p:grpSpPr>
        <p:sp>
          <p:nvSpPr>
            <p:cNvPr id="697" name="Google Shape;697;p25"/>
            <p:cNvSpPr/>
            <p:nvPr/>
          </p:nvSpPr>
          <p:spPr>
            <a:xfrm>
              <a:off x="4501128" y="-443721"/>
              <a:ext cx="1098846" cy="1006875"/>
            </a:xfrm>
            <a:custGeom>
              <a:avLst/>
              <a:gdLst/>
              <a:ahLst/>
              <a:cxnLst/>
              <a:rect l="l" t="t" r="r" b="b"/>
              <a:pathLst>
                <a:path w="32677" h="40275" fill="none" extrusionOk="0">
                  <a:moveTo>
                    <a:pt x="1" y="40274"/>
                  </a:moveTo>
                  <a:lnTo>
                    <a:pt x="32676" y="40274"/>
                  </a:lnTo>
                  <a:lnTo>
                    <a:pt x="32676" y="0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25"/>
            <p:cNvSpPr/>
            <p:nvPr/>
          </p:nvSpPr>
          <p:spPr>
            <a:xfrm>
              <a:off x="4404625" y="516000"/>
              <a:ext cx="117825" cy="118575"/>
            </a:xfrm>
            <a:custGeom>
              <a:avLst/>
              <a:gdLst/>
              <a:ahLst/>
              <a:cxnLst/>
              <a:rect l="l" t="t" r="r" b="b"/>
              <a:pathLst>
                <a:path w="4713" h="4743" fill="none" extrusionOk="0">
                  <a:moveTo>
                    <a:pt x="1" y="2037"/>
                  </a:moveTo>
                  <a:cubicBezTo>
                    <a:pt x="1" y="3830"/>
                    <a:pt x="2159" y="4742"/>
                    <a:pt x="3436" y="3466"/>
                  </a:cubicBezTo>
                  <a:cubicBezTo>
                    <a:pt x="4712" y="2189"/>
                    <a:pt x="3800" y="1"/>
                    <a:pt x="2007" y="31"/>
                  </a:cubicBezTo>
                  <a:cubicBezTo>
                    <a:pt x="882" y="31"/>
                    <a:pt x="1" y="912"/>
                    <a:pt x="1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2_1_1_1"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26"/>
          <p:cNvSpPr txBox="1">
            <a:spLocks noGrp="1"/>
          </p:cNvSpPr>
          <p:nvPr>
            <p:ph type="title"/>
          </p:nvPr>
        </p:nvSpPr>
        <p:spPr>
          <a:xfrm>
            <a:off x="1630950" y="539700"/>
            <a:ext cx="5882100" cy="47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701" name="Google Shape;701;p26"/>
          <p:cNvSpPr txBox="1">
            <a:spLocks noGrp="1"/>
          </p:cNvSpPr>
          <p:nvPr>
            <p:ph type="body" idx="1"/>
          </p:nvPr>
        </p:nvSpPr>
        <p:spPr>
          <a:xfrm>
            <a:off x="1370205" y="1727864"/>
            <a:ext cx="4611900" cy="272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Lato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Lato"/>
              <a:buChar char="■"/>
              <a:defRPr/>
            </a:lvl9pPr>
          </a:lstStyle>
          <a:p>
            <a:endParaRPr/>
          </a:p>
        </p:txBody>
      </p:sp>
      <p:grpSp>
        <p:nvGrpSpPr>
          <p:cNvPr id="702" name="Google Shape;702;p26"/>
          <p:cNvGrpSpPr/>
          <p:nvPr/>
        </p:nvGrpSpPr>
        <p:grpSpPr>
          <a:xfrm>
            <a:off x="-1411812" y="3924763"/>
            <a:ext cx="2961179" cy="2085654"/>
            <a:chOff x="-1411812" y="3924763"/>
            <a:chExt cx="2961179" cy="2085654"/>
          </a:xfrm>
        </p:grpSpPr>
        <p:grpSp>
          <p:nvGrpSpPr>
            <p:cNvPr id="703" name="Google Shape;703;p26"/>
            <p:cNvGrpSpPr/>
            <p:nvPr/>
          </p:nvGrpSpPr>
          <p:grpSpPr>
            <a:xfrm flipH="1">
              <a:off x="-1411812" y="4556641"/>
              <a:ext cx="2808779" cy="1148975"/>
              <a:chOff x="6525475" y="148600"/>
              <a:chExt cx="2808779" cy="1148975"/>
            </a:xfrm>
          </p:grpSpPr>
          <p:sp>
            <p:nvSpPr>
              <p:cNvPr id="704" name="Google Shape;704;p26"/>
              <p:cNvSpPr/>
              <p:nvPr/>
            </p:nvSpPr>
            <p:spPr>
              <a:xfrm>
                <a:off x="6629575" y="195700"/>
                <a:ext cx="2704679" cy="1101875"/>
              </a:xfrm>
              <a:custGeom>
                <a:avLst/>
                <a:gdLst/>
                <a:ahLst/>
                <a:cxnLst/>
                <a:rect l="l" t="t" r="r" b="b"/>
                <a:pathLst>
                  <a:path w="50914" h="44075" fill="none" extrusionOk="0">
                    <a:moveTo>
                      <a:pt x="50913" y="44074"/>
                    </a:moveTo>
                    <a:lnTo>
                      <a:pt x="25442" y="44074"/>
                    </a:lnTo>
                    <a:lnTo>
                      <a:pt x="25442" y="1"/>
                    </a:lnTo>
                    <a:lnTo>
                      <a:pt x="1" y="1"/>
                    </a:lnTo>
                  </a:path>
                </a:pathLst>
              </a:custGeom>
              <a:noFill/>
              <a:ln w="28575" cap="flat" cmpd="sng">
                <a:solidFill>
                  <a:schemeClr val="accent2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Google Shape;705;p26"/>
              <p:cNvSpPr/>
              <p:nvPr/>
            </p:nvSpPr>
            <p:spPr>
              <a:xfrm>
                <a:off x="6525475" y="148600"/>
                <a:ext cx="118575" cy="118550"/>
              </a:xfrm>
              <a:custGeom>
                <a:avLst/>
                <a:gdLst/>
                <a:ahLst/>
                <a:cxnLst/>
                <a:rect l="l" t="t" r="r" b="b"/>
                <a:pathLst>
                  <a:path w="4743" h="4742" fill="none" extrusionOk="0">
                    <a:moveTo>
                      <a:pt x="0" y="2037"/>
                    </a:moveTo>
                    <a:cubicBezTo>
                      <a:pt x="0" y="3830"/>
                      <a:pt x="2189" y="4742"/>
                      <a:pt x="3465" y="3465"/>
                    </a:cubicBezTo>
                    <a:cubicBezTo>
                      <a:pt x="4742" y="2189"/>
                      <a:pt x="3830" y="0"/>
                      <a:pt x="2037" y="30"/>
                    </a:cubicBezTo>
                    <a:cubicBezTo>
                      <a:pt x="912" y="30"/>
                      <a:pt x="0" y="912"/>
                      <a:pt x="0" y="2037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accent2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6" name="Google Shape;706;p26"/>
            <p:cNvGrpSpPr/>
            <p:nvPr/>
          </p:nvGrpSpPr>
          <p:grpSpPr>
            <a:xfrm rot="10800000">
              <a:off x="282879" y="3924763"/>
              <a:ext cx="474200" cy="1505350"/>
              <a:chOff x="3995775" y="-443725"/>
              <a:chExt cx="474200" cy="1505350"/>
            </a:xfrm>
          </p:grpSpPr>
          <p:sp>
            <p:nvSpPr>
              <p:cNvPr id="707" name="Google Shape;707;p26"/>
              <p:cNvSpPr/>
              <p:nvPr/>
            </p:nvSpPr>
            <p:spPr>
              <a:xfrm>
                <a:off x="4042125" y="-443725"/>
                <a:ext cx="427850" cy="1386800"/>
              </a:xfrm>
              <a:custGeom>
                <a:avLst/>
                <a:gdLst/>
                <a:ahLst/>
                <a:cxnLst/>
                <a:rect l="l" t="t" r="r" b="b"/>
                <a:pathLst>
                  <a:path w="17114" h="55472" fill="none" extrusionOk="0">
                    <a:moveTo>
                      <a:pt x="1" y="55472"/>
                    </a:moveTo>
                    <a:lnTo>
                      <a:pt x="1" y="40669"/>
                    </a:lnTo>
                    <a:lnTo>
                      <a:pt x="17114" y="40669"/>
                    </a:lnTo>
                    <a:lnTo>
                      <a:pt x="17114" y="0"/>
                    </a:ln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Google Shape;708;p26"/>
              <p:cNvSpPr/>
              <p:nvPr/>
            </p:nvSpPr>
            <p:spPr>
              <a:xfrm>
                <a:off x="3995775" y="943825"/>
                <a:ext cx="117825" cy="117800"/>
              </a:xfrm>
              <a:custGeom>
                <a:avLst/>
                <a:gdLst/>
                <a:ahLst/>
                <a:cxnLst/>
                <a:rect l="l" t="t" r="r" b="b"/>
                <a:pathLst>
                  <a:path w="4713" h="4712" fill="none" extrusionOk="0">
                    <a:moveTo>
                      <a:pt x="1" y="2006"/>
                    </a:moveTo>
                    <a:cubicBezTo>
                      <a:pt x="1" y="3830"/>
                      <a:pt x="2159" y="4712"/>
                      <a:pt x="3435" y="3465"/>
                    </a:cubicBezTo>
                    <a:cubicBezTo>
                      <a:pt x="4712" y="2189"/>
                      <a:pt x="3800" y="0"/>
                      <a:pt x="2007" y="0"/>
                    </a:cubicBezTo>
                    <a:cubicBezTo>
                      <a:pt x="882" y="0"/>
                      <a:pt x="1" y="912"/>
                      <a:pt x="1" y="2006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9" name="Google Shape;709;p26"/>
            <p:cNvGrpSpPr/>
            <p:nvPr/>
          </p:nvGrpSpPr>
          <p:grpSpPr>
            <a:xfrm flipH="1">
              <a:off x="-1259412" y="4861441"/>
              <a:ext cx="2808779" cy="1148975"/>
              <a:chOff x="6525475" y="148600"/>
              <a:chExt cx="2808779" cy="1148975"/>
            </a:xfrm>
          </p:grpSpPr>
          <p:sp>
            <p:nvSpPr>
              <p:cNvPr id="710" name="Google Shape;710;p26"/>
              <p:cNvSpPr/>
              <p:nvPr/>
            </p:nvSpPr>
            <p:spPr>
              <a:xfrm>
                <a:off x="6629575" y="195700"/>
                <a:ext cx="2704679" cy="1101875"/>
              </a:xfrm>
              <a:custGeom>
                <a:avLst/>
                <a:gdLst/>
                <a:ahLst/>
                <a:cxnLst/>
                <a:rect l="l" t="t" r="r" b="b"/>
                <a:pathLst>
                  <a:path w="50914" h="44075" fill="none" extrusionOk="0">
                    <a:moveTo>
                      <a:pt x="50913" y="44074"/>
                    </a:moveTo>
                    <a:lnTo>
                      <a:pt x="25442" y="44074"/>
                    </a:lnTo>
                    <a:lnTo>
                      <a:pt x="25442" y="1"/>
                    </a:lnTo>
                    <a:lnTo>
                      <a:pt x="1" y="1"/>
                    </a:ln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Google Shape;711;p26"/>
              <p:cNvSpPr/>
              <p:nvPr/>
            </p:nvSpPr>
            <p:spPr>
              <a:xfrm>
                <a:off x="6525475" y="148600"/>
                <a:ext cx="118575" cy="118550"/>
              </a:xfrm>
              <a:custGeom>
                <a:avLst/>
                <a:gdLst/>
                <a:ahLst/>
                <a:cxnLst/>
                <a:rect l="l" t="t" r="r" b="b"/>
                <a:pathLst>
                  <a:path w="4743" h="4742" fill="none" extrusionOk="0">
                    <a:moveTo>
                      <a:pt x="0" y="2037"/>
                    </a:moveTo>
                    <a:cubicBezTo>
                      <a:pt x="0" y="3830"/>
                      <a:pt x="2189" y="4742"/>
                      <a:pt x="3465" y="3465"/>
                    </a:cubicBezTo>
                    <a:cubicBezTo>
                      <a:pt x="4742" y="2189"/>
                      <a:pt x="3830" y="0"/>
                      <a:pt x="2037" y="30"/>
                    </a:cubicBezTo>
                    <a:cubicBezTo>
                      <a:pt x="912" y="30"/>
                      <a:pt x="0" y="912"/>
                      <a:pt x="0" y="2037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12" name="Google Shape;712;p26"/>
          <p:cNvGrpSpPr/>
          <p:nvPr/>
        </p:nvGrpSpPr>
        <p:grpSpPr>
          <a:xfrm flipH="1">
            <a:off x="7393917" y="159663"/>
            <a:ext cx="2014791" cy="464410"/>
            <a:chOff x="-35118" y="4350781"/>
            <a:chExt cx="2014791" cy="464410"/>
          </a:xfrm>
        </p:grpSpPr>
        <p:sp>
          <p:nvSpPr>
            <p:cNvPr id="713" name="Google Shape;713;p26"/>
            <p:cNvSpPr/>
            <p:nvPr/>
          </p:nvSpPr>
          <p:spPr>
            <a:xfrm rot="-5400000">
              <a:off x="712889" y="3641646"/>
              <a:ext cx="425539" cy="1921552"/>
            </a:xfrm>
            <a:custGeom>
              <a:avLst/>
              <a:gdLst/>
              <a:ahLst/>
              <a:cxnLst/>
              <a:rect l="l" t="t" r="r" b="b"/>
              <a:pathLst>
                <a:path w="11430" h="51613" extrusionOk="0">
                  <a:moveTo>
                    <a:pt x="0" y="1"/>
                  </a:moveTo>
                  <a:lnTo>
                    <a:pt x="0" y="17995"/>
                  </a:lnTo>
                  <a:lnTo>
                    <a:pt x="31" y="18056"/>
                  </a:lnTo>
                  <a:cubicBezTo>
                    <a:pt x="61" y="18117"/>
                    <a:pt x="91" y="18147"/>
                    <a:pt x="122" y="18177"/>
                  </a:cubicBezTo>
                  <a:lnTo>
                    <a:pt x="10852" y="28877"/>
                  </a:lnTo>
                  <a:lnTo>
                    <a:pt x="10852" y="51612"/>
                  </a:lnTo>
                  <a:lnTo>
                    <a:pt x="11429" y="51612"/>
                  </a:lnTo>
                  <a:lnTo>
                    <a:pt x="11429" y="28633"/>
                  </a:lnTo>
                  <a:lnTo>
                    <a:pt x="669" y="17873"/>
                  </a:lnTo>
                  <a:lnTo>
                    <a:pt x="608" y="17813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26"/>
            <p:cNvSpPr/>
            <p:nvPr/>
          </p:nvSpPr>
          <p:spPr>
            <a:xfrm>
              <a:off x="1861099" y="4350781"/>
              <a:ext cx="118575" cy="118575"/>
            </a:xfrm>
            <a:custGeom>
              <a:avLst/>
              <a:gdLst/>
              <a:ahLst/>
              <a:cxnLst/>
              <a:rect l="l" t="t" r="r" b="b"/>
              <a:pathLst>
                <a:path w="4743" h="4743" fill="none" extrusionOk="0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5" name="Google Shape;715;p26"/>
          <p:cNvGrpSpPr/>
          <p:nvPr/>
        </p:nvGrpSpPr>
        <p:grpSpPr>
          <a:xfrm flipH="1">
            <a:off x="7393917" y="480896"/>
            <a:ext cx="2014791" cy="473128"/>
            <a:chOff x="-35118" y="4342063"/>
            <a:chExt cx="2014791" cy="473128"/>
          </a:xfrm>
        </p:grpSpPr>
        <p:sp>
          <p:nvSpPr>
            <p:cNvPr id="716" name="Google Shape;716;p26"/>
            <p:cNvSpPr/>
            <p:nvPr/>
          </p:nvSpPr>
          <p:spPr>
            <a:xfrm rot="-5400000">
              <a:off x="712889" y="3641646"/>
              <a:ext cx="425539" cy="1921552"/>
            </a:xfrm>
            <a:custGeom>
              <a:avLst/>
              <a:gdLst/>
              <a:ahLst/>
              <a:cxnLst/>
              <a:rect l="l" t="t" r="r" b="b"/>
              <a:pathLst>
                <a:path w="11430" h="51613" extrusionOk="0">
                  <a:moveTo>
                    <a:pt x="0" y="1"/>
                  </a:moveTo>
                  <a:lnTo>
                    <a:pt x="0" y="17995"/>
                  </a:lnTo>
                  <a:lnTo>
                    <a:pt x="31" y="18056"/>
                  </a:lnTo>
                  <a:cubicBezTo>
                    <a:pt x="61" y="18117"/>
                    <a:pt x="91" y="18147"/>
                    <a:pt x="122" y="18177"/>
                  </a:cubicBezTo>
                  <a:lnTo>
                    <a:pt x="10852" y="28877"/>
                  </a:lnTo>
                  <a:lnTo>
                    <a:pt x="10852" y="51612"/>
                  </a:lnTo>
                  <a:lnTo>
                    <a:pt x="11429" y="51612"/>
                  </a:lnTo>
                  <a:lnTo>
                    <a:pt x="11429" y="28633"/>
                  </a:lnTo>
                  <a:lnTo>
                    <a:pt x="669" y="17873"/>
                  </a:lnTo>
                  <a:lnTo>
                    <a:pt x="608" y="17813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26"/>
            <p:cNvSpPr/>
            <p:nvPr/>
          </p:nvSpPr>
          <p:spPr>
            <a:xfrm>
              <a:off x="1861099" y="4342063"/>
              <a:ext cx="118575" cy="118575"/>
            </a:xfrm>
            <a:custGeom>
              <a:avLst/>
              <a:gdLst/>
              <a:ahLst/>
              <a:cxnLst/>
              <a:rect l="l" t="t" r="r" b="b"/>
              <a:pathLst>
                <a:path w="4743" h="4743" fill="none" extrusionOk="0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27"/>
          <p:cNvSpPr txBox="1">
            <a:spLocks noGrp="1"/>
          </p:cNvSpPr>
          <p:nvPr>
            <p:ph type="ctrTitle"/>
          </p:nvPr>
        </p:nvSpPr>
        <p:spPr>
          <a:xfrm>
            <a:off x="713325" y="565547"/>
            <a:ext cx="4069500" cy="124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720" name="Google Shape;720;p27"/>
          <p:cNvSpPr txBox="1">
            <a:spLocks noGrp="1"/>
          </p:cNvSpPr>
          <p:nvPr>
            <p:ph type="subTitle" idx="1"/>
          </p:nvPr>
        </p:nvSpPr>
        <p:spPr>
          <a:xfrm>
            <a:off x="713325" y="1736300"/>
            <a:ext cx="3583500" cy="83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1" name="Google Shape;721;p27"/>
          <p:cNvSpPr txBox="1"/>
          <p:nvPr/>
        </p:nvSpPr>
        <p:spPr>
          <a:xfrm>
            <a:off x="713325" y="3571950"/>
            <a:ext cx="3328800" cy="6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CREDITS: This presentation template was created by Slidesgo, including icons by Flaticon, and infographics &amp; images by Freepik</a:t>
            </a:r>
            <a:endParaRPr sz="10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2" name="Google Shape;722;p27"/>
          <p:cNvSpPr/>
          <p:nvPr/>
        </p:nvSpPr>
        <p:spPr>
          <a:xfrm>
            <a:off x="8125138" y="1179072"/>
            <a:ext cx="39607" cy="39607"/>
          </a:xfrm>
          <a:custGeom>
            <a:avLst/>
            <a:gdLst/>
            <a:ahLst/>
            <a:cxnLst/>
            <a:rect l="l" t="t" r="r" b="b"/>
            <a:pathLst>
              <a:path w="1217" h="1217" extrusionOk="0">
                <a:moveTo>
                  <a:pt x="609" y="1"/>
                </a:moveTo>
                <a:cubicBezTo>
                  <a:pt x="274" y="1"/>
                  <a:pt x="1" y="274"/>
                  <a:pt x="1" y="609"/>
                </a:cubicBezTo>
                <a:cubicBezTo>
                  <a:pt x="1" y="943"/>
                  <a:pt x="274" y="1217"/>
                  <a:pt x="609" y="1217"/>
                </a:cubicBezTo>
                <a:cubicBezTo>
                  <a:pt x="943" y="1217"/>
                  <a:pt x="1217" y="943"/>
                  <a:pt x="1217" y="609"/>
                </a:cubicBezTo>
                <a:cubicBezTo>
                  <a:pt x="1217" y="274"/>
                  <a:pt x="943" y="1"/>
                  <a:pt x="609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23" name="Google Shape;723;p27"/>
          <p:cNvGrpSpPr/>
          <p:nvPr/>
        </p:nvGrpSpPr>
        <p:grpSpPr>
          <a:xfrm flipH="1">
            <a:off x="7136201" y="4054216"/>
            <a:ext cx="2074949" cy="962378"/>
            <a:chOff x="-85249" y="3960975"/>
            <a:chExt cx="2074949" cy="962378"/>
          </a:xfrm>
        </p:grpSpPr>
        <p:grpSp>
          <p:nvGrpSpPr>
            <p:cNvPr id="724" name="Google Shape;724;p27"/>
            <p:cNvGrpSpPr/>
            <p:nvPr/>
          </p:nvGrpSpPr>
          <p:grpSpPr>
            <a:xfrm>
              <a:off x="-44137" y="3960975"/>
              <a:ext cx="2033837" cy="459179"/>
              <a:chOff x="-101291" y="3971002"/>
              <a:chExt cx="2033837" cy="459179"/>
            </a:xfrm>
          </p:grpSpPr>
          <p:sp>
            <p:nvSpPr>
              <p:cNvPr id="725" name="Google Shape;725;p27"/>
              <p:cNvSpPr/>
              <p:nvPr/>
            </p:nvSpPr>
            <p:spPr>
              <a:xfrm rot="-5400000">
                <a:off x="646715" y="3256635"/>
                <a:ext cx="425539" cy="1921552"/>
              </a:xfrm>
              <a:custGeom>
                <a:avLst/>
                <a:gdLst/>
                <a:ahLst/>
                <a:cxnLst/>
                <a:rect l="l" t="t" r="r" b="b"/>
                <a:pathLst>
                  <a:path w="11430" h="51613" extrusionOk="0">
                    <a:moveTo>
                      <a:pt x="0" y="1"/>
                    </a:moveTo>
                    <a:lnTo>
                      <a:pt x="0" y="17995"/>
                    </a:lnTo>
                    <a:lnTo>
                      <a:pt x="31" y="18056"/>
                    </a:lnTo>
                    <a:cubicBezTo>
                      <a:pt x="61" y="18117"/>
                      <a:pt x="91" y="18147"/>
                      <a:pt x="122" y="18177"/>
                    </a:cubicBezTo>
                    <a:lnTo>
                      <a:pt x="10852" y="28877"/>
                    </a:lnTo>
                    <a:lnTo>
                      <a:pt x="10852" y="51612"/>
                    </a:lnTo>
                    <a:lnTo>
                      <a:pt x="11429" y="51612"/>
                    </a:lnTo>
                    <a:lnTo>
                      <a:pt x="11429" y="28633"/>
                    </a:lnTo>
                    <a:lnTo>
                      <a:pt x="669" y="17873"/>
                    </a:lnTo>
                    <a:lnTo>
                      <a:pt x="608" y="17813"/>
                    </a:lnTo>
                    <a:lnTo>
                      <a:pt x="608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Google Shape;726;p27"/>
              <p:cNvSpPr/>
              <p:nvPr/>
            </p:nvSpPr>
            <p:spPr>
              <a:xfrm>
                <a:off x="1813971" y="3971002"/>
                <a:ext cx="118575" cy="118575"/>
              </a:xfrm>
              <a:custGeom>
                <a:avLst/>
                <a:gdLst/>
                <a:ahLst/>
                <a:cxnLst/>
                <a:rect l="l" t="t" r="r" b="b"/>
                <a:pathLst>
                  <a:path w="4743" h="4743" fill="none" extrusionOk="0">
                    <a:moveTo>
                      <a:pt x="4742" y="2037"/>
                    </a:moveTo>
                    <a:cubicBezTo>
                      <a:pt x="4742" y="3830"/>
                      <a:pt x="2554" y="4742"/>
                      <a:pt x="1277" y="3466"/>
                    </a:cubicBezTo>
                    <a:cubicBezTo>
                      <a:pt x="1" y="2189"/>
                      <a:pt x="912" y="31"/>
                      <a:pt x="2706" y="1"/>
                    </a:cubicBezTo>
                    <a:cubicBezTo>
                      <a:pt x="3830" y="1"/>
                      <a:pt x="4742" y="912"/>
                      <a:pt x="4742" y="2037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accent2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27" name="Google Shape;727;p27"/>
            <p:cNvGrpSpPr/>
            <p:nvPr/>
          </p:nvGrpSpPr>
          <p:grpSpPr>
            <a:xfrm>
              <a:off x="-85249" y="4203623"/>
              <a:ext cx="2014791" cy="469195"/>
              <a:chOff x="-35118" y="4163517"/>
              <a:chExt cx="2014791" cy="469195"/>
            </a:xfrm>
          </p:grpSpPr>
          <p:sp>
            <p:nvSpPr>
              <p:cNvPr id="728" name="Google Shape;728;p27"/>
              <p:cNvSpPr/>
              <p:nvPr/>
            </p:nvSpPr>
            <p:spPr>
              <a:xfrm rot="-5400000">
                <a:off x="712889" y="3459167"/>
                <a:ext cx="425539" cy="1921552"/>
              </a:xfrm>
              <a:custGeom>
                <a:avLst/>
                <a:gdLst/>
                <a:ahLst/>
                <a:cxnLst/>
                <a:rect l="l" t="t" r="r" b="b"/>
                <a:pathLst>
                  <a:path w="11430" h="51613" extrusionOk="0">
                    <a:moveTo>
                      <a:pt x="0" y="1"/>
                    </a:moveTo>
                    <a:lnTo>
                      <a:pt x="0" y="17995"/>
                    </a:lnTo>
                    <a:lnTo>
                      <a:pt x="31" y="18056"/>
                    </a:lnTo>
                    <a:cubicBezTo>
                      <a:pt x="61" y="18117"/>
                      <a:pt x="91" y="18147"/>
                      <a:pt x="122" y="18177"/>
                    </a:cubicBezTo>
                    <a:lnTo>
                      <a:pt x="10852" y="28877"/>
                    </a:lnTo>
                    <a:lnTo>
                      <a:pt x="10852" y="51612"/>
                    </a:lnTo>
                    <a:lnTo>
                      <a:pt x="11429" y="51612"/>
                    </a:lnTo>
                    <a:lnTo>
                      <a:pt x="11429" y="28633"/>
                    </a:lnTo>
                    <a:lnTo>
                      <a:pt x="669" y="17873"/>
                    </a:lnTo>
                    <a:lnTo>
                      <a:pt x="608" y="17813"/>
                    </a:lnTo>
                    <a:lnTo>
                      <a:pt x="608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Google Shape;729;p27"/>
              <p:cNvSpPr/>
              <p:nvPr/>
            </p:nvSpPr>
            <p:spPr>
              <a:xfrm>
                <a:off x="1861099" y="4163517"/>
                <a:ext cx="118575" cy="118575"/>
              </a:xfrm>
              <a:custGeom>
                <a:avLst/>
                <a:gdLst/>
                <a:ahLst/>
                <a:cxnLst/>
                <a:rect l="l" t="t" r="r" b="b"/>
                <a:pathLst>
                  <a:path w="4743" h="4743" fill="none" extrusionOk="0">
                    <a:moveTo>
                      <a:pt x="4742" y="2037"/>
                    </a:moveTo>
                    <a:cubicBezTo>
                      <a:pt x="4742" y="3830"/>
                      <a:pt x="2554" y="4742"/>
                      <a:pt x="1277" y="3466"/>
                    </a:cubicBezTo>
                    <a:cubicBezTo>
                      <a:pt x="1" y="2189"/>
                      <a:pt x="912" y="31"/>
                      <a:pt x="2706" y="1"/>
                    </a:cubicBezTo>
                    <a:cubicBezTo>
                      <a:pt x="3830" y="1"/>
                      <a:pt x="4742" y="912"/>
                      <a:pt x="4742" y="2037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0" name="Google Shape;730;p27"/>
            <p:cNvGrpSpPr/>
            <p:nvPr/>
          </p:nvGrpSpPr>
          <p:grpSpPr>
            <a:xfrm>
              <a:off x="-85249" y="4454155"/>
              <a:ext cx="2014791" cy="469199"/>
              <a:chOff x="-35118" y="4345992"/>
              <a:chExt cx="2014791" cy="469199"/>
            </a:xfrm>
          </p:grpSpPr>
          <p:sp>
            <p:nvSpPr>
              <p:cNvPr id="731" name="Google Shape;731;p27"/>
              <p:cNvSpPr/>
              <p:nvPr/>
            </p:nvSpPr>
            <p:spPr>
              <a:xfrm rot="-5400000">
                <a:off x="712889" y="3641646"/>
                <a:ext cx="425539" cy="1921552"/>
              </a:xfrm>
              <a:custGeom>
                <a:avLst/>
                <a:gdLst/>
                <a:ahLst/>
                <a:cxnLst/>
                <a:rect l="l" t="t" r="r" b="b"/>
                <a:pathLst>
                  <a:path w="11430" h="51613" extrusionOk="0">
                    <a:moveTo>
                      <a:pt x="0" y="1"/>
                    </a:moveTo>
                    <a:lnTo>
                      <a:pt x="0" y="17995"/>
                    </a:lnTo>
                    <a:lnTo>
                      <a:pt x="31" y="18056"/>
                    </a:lnTo>
                    <a:cubicBezTo>
                      <a:pt x="61" y="18117"/>
                      <a:pt x="91" y="18147"/>
                      <a:pt x="122" y="18177"/>
                    </a:cubicBezTo>
                    <a:lnTo>
                      <a:pt x="10852" y="28877"/>
                    </a:lnTo>
                    <a:lnTo>
                      <a:pt x="10852" y="51612"/>
                    </a:lnTo>
                    <a:lnTo>
                      <a:pt x="11429" y="51612"/>
                    </a:lnTo>
                    <a:lnTo>
                      <a:pt x="11429" y="28633"/>
                    </a:lnTo>
                    <a:lnTo>
                      <a:pt x="669" y="17873"/>
                    </a:lnTo>
                    <a:lnTo>
                      <a:pt x="608" y="17813"/>
                    </a:lnTo>
                    <a:lnTo>
                      <a:pt x="608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Google Shape;732;p27"/>
              <p:cNvSpPr/>
              <p:nvPr/>
            </p:nvSpPr>
            <p:spPr>
              <a:xfrm>
                <a:off x="1861099" y="4345992"/>
                <a:ext cx="118575" cy="118575"/>
              </a:xfrm>
              <a:custGeom>
                <a:avLst/>
                <a:gdLst/>
                <a:ahLst/>
                <a:cxnLst/>
                <a:rect l="l" t="t" r="r" b="b"/>
                <a:pathLst>
                  <a:path w="4743" h="4743" fill="none" extrusionOk="0">
                    <a:moveTo>
                      <a:pt x="4742" y="2037"/>
                    </a:moveTo>
                    <a:cubicBezTo>
                      <a:pt x="4742" y="3830"/>
                      <a:pt x="2554" y="4742"/>
                      <a:pt x="1277" y="3466"/>
                    </a:cubicBezTo>
                    <a:cubicBezTo>
                      <a:pt x="1" y="2189"/>
                      <a:pt x="912" y="31"/>
                      <a:pt x="2706" y="1"/>
                    </a:cubicBezTo>
                    <a:cubicBezTo>
                      <a:pt x="3830" y="1"/>
                      <a:pt x="4742" y="912"/>
                      <a:pt x="4742" y="2037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33" name="Google Shape;733;p27"/>
          <p:cNvGrpSpPr/>
          <p:nvPr/>
        </p:nvGrpSpPr>
        <p:grpSpPr>
          <a:xfrm>
            <a:off x="7691206" y="833500"/>
            <a:ext cx="2649775" cy="3476500"/>
            <a:chOff x="7691206" y="833500"/>
            <a:chExt cx="2649775" cy="3476500"/>
          </a:xfrm>
        </p:grpSpPr>
        <p:sp>
          <p:nvSpPr>
            <p:cNvPr id="734" name="Google Shape;734;p27"/>
            <p:cNvSpPr/>
            <p:nvPr/>
          </p:nvSpPr>
          <p:spPr>
            <a:xfrm>
              <a:off x="7691206" y="2268175"/>
              <a:ext cx="118575" cy="118550"/>
            </a:xfrm>
            <a:custGeom>
              <a:avLst/>
              <a:gdLst/>
              <a:ahLst/>
              <a:cxnLst/>
              <a:rect l="l" t="t" r="r" b="b"/>
              <a:pathLst>
                <a:path w="4743" h="4742" fill="none" extrusionOk="0">
                  <a:moveTo>
                    <a:pt x="1" y="2037"/>
                  </a:moveTo>
                  <a:cubicBezTo>
                    <a:pt x="1" y="3830"/>
                    <a:pt x="2189" y="4742"/>
                    <a:pt x="3466" y="3465"/>
                  </a:cubicBezTo>
                  <a:cubicBezTo>
                    <a:pt x="4742" y="2189"/>
                    <a:pt x="3830" y="0"/>
                    <a:pt x="2037" y="30"/>
                  </a:cubicBezTo>
                  <a:cubicBezTo>
                    <a:pt x="912" y="30"/>
                    <a:pt x="1" y="912"/>
                    <a:pt x="1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27"/>
            <p:cNvSpPr/>
            <p:nvPr/>
          </p:nvSpPr>
          <p:spPr>
            <a:xfrm>
              <a:off x="7691206" y="2758300"/>
              <a:ext cx="118575" cy="117800"/>
            </a:xfrm>
            <a:custGeom>
              <a:avLst/>
              <a:gdLst/>
              <a:ahLst/>
              <a:cxnLst/>
              <a:rect l="l" t="t" r="r" b="b"/>
              <a:pathLst>
                <a:path w="4743" h="4712" fill="none" extrusionOk="0">
                  <a:moveTo>
                    <a:pt x="1" y="2705"/>
                  </a:moveTo>
                  <a:cubicBezTo>
                    <a:pt x="1" y="912"/>
                    <a:pt x="2189" y="0"/>
                    <a:pt x="3466" y="1277"/>
                  </a:cubicBezTo>
                  <a:cubicBezTo>
                    <a:pt x="4742" y="2553"/>
                    <a:pt x="3830" y="4712"/>
                    <a:pt x="2037" y="4712"/>
                  </a:cubicBezTo>
                  <a:cubicBezTo>
                    <a:pt x="912" y="4712"/>
                    <a:pt x="1" y="3830"/>
                    <a:pt x="1" y="2705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36" name="Google Shape;736;p27"/>
            <p:cNvGrpSpPr/>
            <p:nvPr/>
          </p:nvGrpSpPr>
          <p:grpSpPr>
            <a:xfrm>
              <a:off x="7795306" y="833500"/>
              <a:ext cx="2545675" cy="3476500"/>
              <a:chOff x="7795306" y="833500"/>
              <a:chExt cx="2545675" cy="3476500"/>
            </a:xfrm>
          </p:grpSpPr>
          <p:sp>
            <p:nvSpPr>
              <p:cNvPr id="737" name="Google Shape;737;p27"/>
              <p:cNvSpPr/>
              <p:nvPr/>
            </p:nvSpPr>
            <p:spPr>
              <a:xfrm>
                <a:off x="7900181" y="2373025"/>
                <a:ext cx="118575" cy="117800"/>
              </a:xfrm>
              <a:custGeom>
                <a:avLst/>
                <a:gdLst/>
                <a:ahLst/>
                <a:cxnLst/>
                <a:rect l="l" t="t" r="r" b="b"/>
                <a:pathLst>
                  <a:path w="4743" h="4712" fill="none" extrusionOk="0">
                    <a:moveTo>
                      <a:pt x="0" y="2007"/>
                    </a:moveTo>
                    <a:cubicBezTo>
                      <a:pt x="0" y="3831"/>
                      <a:pt x="2189" y="4712"/>
                      <a:pt x="3465" y="3466"/>
                    </a:cubicBezTo>
                    <a:cubicBezTo>
                      <a:pt x="4742" y="2189"/>
                      <a:pt x="3830" y="1"/>
                      <a:pt x="2037" y="1"/>
                    </a:cubicBezTo>
                    <a:cubicBezTo>
                      <a:pt x="912" y="1"/>
                      <a:pt x="0" y="913"/>
                      <a:pt x="0" y="2007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accent2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Google Shape;738;p27"/>
              <p:cNvSpPr/>
              <p:nvPr/>
            </p:nvSpPr>
            <p:spPr>
              <a:xfrm>
                <a:off x="7988331" y="1479400"/>
                <a:ext cx="2342775" cy="913400"/>
              </a:xfrm>
              <a:custGeom>
                <a:avLst/>
                <a:gdLst/>
                <a:ahLst/>
                <a:cxnLst/>
                <a:rect l="l" t="t" r="r" b="b"/>
                <a:pathLst>
                  <a:path w="93711" h="36536" fill="none" extrusionOk="0">
                    <a:moveTo>
                      <a:pt x="0" y="36536"/>
                    </a:moveTo>
                    <a:lnTo>
                      <a:pt x="36262" y="0"/>
                    </a:lnTo>
                    <a:lnTo>
                      <a:pt x="93710" y="0"/>
                    </a:lnTo>
                  </a:path>
                </a:pathLst>
              </a:custGeom>
              <a:noFill/>
              <a:ln w="28575" cap="flat" cmpd="sng">
                <a:solidFill>
                  <a:schemeClr val="accent2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Google Shape;739;p27"/>
              <p:cNvSpPr/>
              <p:nvPr/>
            </p:nvSpPr>
            <p:spPr>
              <a:xfrm>
                <a:off x="7795306" y="833500"/>
                <a:ext cx="2545675" cy="1481800"/>
              </a:xfrm>
              <a:custGeom>
                <a:avLst/>
                <a:gdLst/>
                <a:ahLst/>
                <a:cxnLst/>
                <a:rect l="l" t="t" r="r" b="b"/>
                <a:pathLst>
                  <a:path w="101827" h="59272" fill="none" extrusionOk="0">
                    <a:moveTo>
                      <a:pt x="1" y="59272"/>
                    </a:moveTo>
                    <a:lnTo>
                      <a:pt x="25442" y="59272"/>
                    </a:lnTo>
                    <a:lnTo>
                      <a:pt x="25442" y="33435"/>
                    </a:lnTo>
                    <a:lnTo>
                      <a:pt x="66871" y="33435"/>
                    </a:lnTo>
                    <a:lnTo>
                      <a:pt x="66871" y="0"/>
                    </a:lnTo>
                    <a:lnTo>
                      <a:pt x="101826" y="0"/>
                    </a:ln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Google Shape;740;p27"/>
              <p:cNvSpPr/>
              <p:nvPr/>
            </p:nvSpPr>
            <p:spPr>
              <a:xfrm>
                <a:off x="7900181" y="2653425"/>
                <a:ext cx="118575" cy="118575"/>
              </a:xfrm>
              <a:custGeom>
                <a:avLst/>
                <a:gdLst/>
                <a:ahLst/>
                <a:cxnLst/>
                <a:rect l="l" t="t" r="r" b="b"/>
                <a:pathLst>
                  <a:path w="4743" h="4743" fill="none" extrusionOk="0">
                    <a:moveTo>
                      <a:pt x="0" y="2706"/>
                    </a:moveTo>
                    <a:cubicBezTo>
                      <a:pt x="0" y="913"/>
                      <a:pt x="2189" y="1"/>
                      <a:pt x="3465" y="1277"/>
                    </a:cubicBezTo>
                    <a:cubicBezTo>
                      <a:pt x="4742" y="2554"/>
                      <a:pt x="3830" y="4742"/>
                      <a:pt x="2037" y="4742"/>
                    </a:cubicBezTo>
                    <a:cubicBezTo>
                      <a:pt x="912" y="4742"/>
                      <a:pt x="0" y="3830"/>
                      <a:pt x="0" y="2706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accent2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Google Shape;741;p27"/>
              <p:cNvSpPr/>
              <p:nvPr/>
            </p:nvSpPr>
            <p:spPr>
              <a:xfrm>
                <a:off x="7988331" y="2750700"/>
                <a:ext cx="2342775" cy="913400"/>
              </a:xfrm>
              <a:custGeom>
                <a:avLst/>
                <a:gdLst/>
                <a:ahLst/>
                <a:cxnLst/>
                <a:rect l="l" t="t" r="r" b="b"/>
                <a:pathLst>
                  <a:path w="93711" h="36536" fill="none" extrusionOk="0">
                    <a:moveTo>
                      <a:pt x="0" y="0"/>
                    </a:moveTo>
                    <a:lnTo>
                      <a:pt x="36262" y="36536"/>
                    </a:lnTo>
                    <a:lnTo>
                      <a:pt x="93710" y="36536"/>
                    </a:lnTo>
                  </a:path>
                </a:pathLst>
              </a:custGeom>
              <a:noFill/>
              <a:ln w="28575" cap="flat" cmpd="sng">
                <a:solidFill>
                  <a:schemeClr val="accent2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Google Shape;742;p27"/>
              <p:cNvSpPr/>
              <p:nvPr/>
            </p:nvSpPr>
            <p:spPr>
              <a:xfrm>
                <a:off x="7795306" y="2828200"/>
                <a:ext cx="2545675" cy="1481800"/>
              </a:xfrm>
              <a:custGeom>
                <a:avLst/>
                <a:gdLst/>
                <a:ahLst/>
                <a:cxnLst/>
                <a:rect l="l" t="t" r="r" b="b"/>
                <a:pathLst>
                  <a:path w="101827" h="59272" fill="none" extrusionOk="0">
                    <a:moveTo>
                      <a:pt x="1" y="1"/>
                    </a:moveTo>
                    <a:lnTo>
                      <a:pt x="25442" y="1"/>
                    </a:lnTo>
                    <a:lnTo>
                      <a:pt x="25442" y="25837"/>
                    </a:lnTo>
                    <a:lnTo>
                      <a:pt x="66871" y="25837"/>
                    </a:lnTo>
                    <a:lnTo>
                      <a:pt x="66871" y="59272"/>
                    </a:lnTo>
                    <a:lnTo>
                      <a:pt x="101826" y="59272"/>
                    </a:ln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43" name="Google Shape;743;p27"/>
              <p:cNvGrpSpPr/>
              <p:nvPr/>
            </p:nvGrpSpPr>
            <p:grpSpPr>
              <a:xfrm>
                <a:off x="8530783" y="2299824"/>
                <a:ext cx="640686" cy="543853"/>
                <a:chOff x="10364519" y="2624211"/>
                <a:chExt cx="640686" cy="543853"/>
              </a:xfrm>
            </p:grpSpPr>
            <p:sp>
              <p:nvSpPr>
                <p:cNvPr id="744" name="Google Shape;744;p27"/>
                <p:cNvSpPr/>
                <p:nvPr/>
              </p:nvSpPr>
              <p:spPr>
                <a:xfrm>
                  <a:off x="10364519" y="2624211"/>
                  <a:ext cx="640686" cy="1366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82" h="3131" extrusionOk="0">
                      <a:moveTo>
                        <a:pt x="426" y="0"/>
                      </a:moveTo>
                      <a:lnTo>
                        <a:pt x="0" y="395"/>
                      </a:lnTo>
                      <a:lnTo>
                        <a:pt x="2736" y="3131"/>
                      </a:lnTo>
                      <a:lnTo>
                        <a:pt x="14681" y="3131"/>
                      </a:lnTo>
                      <a:lnTo>
                        <a:pt x="14681" y="2553"/>
                      </a:lnTo>
                      <a:lnTo>
                        <a:pt x="2979" y="2553"/>
                      </a:lnTo>
                      <a:lnTo>
                        <a:pt x="426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5" name="Google Shape;745;p27"/>
                <p:cNvSpPr/>
                <p:nvPr/>
              </p:nvSpPr>
              <p:spPr>
                <a:xfrm>
                  <a:off x="10375123" y="3040687"/>
                  <a:ext cx="630082" cy="1273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39" h="2919" extrusionOk="0">
                      <a:moveTo>
                        <a:pt x="2493" y="0"/>
                      </a:moveTo>
                      <a:lnTo>
                        <a:pt x="0" y="2493"/>
                      </a:lnTo>
                      <a:lnTo>
                        <a:pt x="395" y="2918"/>
                      </a:lnTo>
                      <a:lnTo>
                        <a:pt x="2736" y="578"/>
                      </a:lnTo>
                      <a:lnTo>
                        <a:pt x="14438" y="578"/>
                      </a:lnTo>
                      <a:lnTo>
                        <a:pt x="14438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7" name="Google Shape;747;p28"/>
          <p:cNvGrpSpPr/>
          <p:nvPr/>
        </p:nvGrpSpPr>
        <p:grpSpPr>
          <a:xfrm rot="10800000">
            <a:off x="7021" y="-639006"/>
            <a:ext cx="1623175" cy="1972650"/>
            <a:chOff x="4193384" y="4053542"/>
            <a:chExt cx="1623175" cy="1972650"/>
          </a:xfrm>
        </p:grpSpPr>
        <p:grpSp>
          <p:nvGrpSpPr>
            <p:cNvPr id="748" name="Google Shape;748;p28"/>
            <p:cNvGrpSpPr/>
            <p:nvPr/>
          </p:nvGrpSpPr>
          <p:grpSpPr>
            <a:xfrm rot="10800000" flipH="1">
              <a:off x="4193384" y="4947892"/>
              <a:ext cx="920275" cy="1078300"/>
              <a:chOff x="4679675" y="-1053325"/>
              <a:chExt cx="920275" cy="1078300"/>
            </a:xfrm>
          </p:grpSpPr>
          <p:sp>
            <p:nvSpPr>
              <p:cNvPr id="749" name="Google Shape;749;p28"/>
              <p:cNvSpPr/>
              <p:nvPr/>
            </p:nvSpPr>
            <p:spPr>
              <a:xfrm>
                <a:off x="4783025" y="-1053325"/>
                <a:ext cx="816925" cy="1006875"/>
              </a:xfrm>
              <a:custGeom>
                <a:avLst/>
                <a:gdLst/>
                <a:ahLst/>
                <a:cxnLst/>
                <a:rect l="l" t="t" r="r" b="b"/>
                <a:pathLst>
                  <a:path w="32677" h="40275" fill="none" extrusionOk="0">
                    <a:moveTo>
                      <a:pt x="1" y="40274"/>
                    </a:moveTo>
                    <a:lnTo>
                      <a:pt x="32676" y="40274"/>
                    </a:lnTo>
                    <a:lnTo>
                      <a:pt x="32676" y="0"/>
                    </a:lnTo>
                  </a:path>
                </a:pathLst>
              </a:custGeom>
              <a:noFill/>
              <a:ln w="28575" cap="flat" cmpd="sng">
                <a:solidFill>
                  <a:schemeClr val="accent2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Google Shape;750;p28"/>
              <p:cNvSpPr/>
              <p:nvPr/>
            </p:nvSpPr>
            <p:spPr>
              <a:xfrm>
                <a:off x="4679675" y="-93600"/>
                <a:ext cx="117825" cy="118575"/>
              </a:xfrm>
              <a:custGeom>
                <a:avLst/>
                <a:gdLst/>
                <a:ahLst/>
                <a:cxnLst/>
                <a:rect l="l" t="t" r="r" b="b"/>
                <a:pathLst>
                  <a:path w="4713" h="4743" fill="none" extrusionOk="0">
                    <a:moveTo>
                      <a:pt x="1" y="2037"/>
                    </a:moveTo>
                    <a:cubicBezTo>
                      <a:pt x="1" y="3830"/>
                      <a:pt x="2159" y="4742"/>
                      <a:pt x="3436" y="3466"/>
                    </a:cubicBezTo>
                    <a:cubicBezTo>
                      <a:pt x="4712" y="2189"/>
                      <a:pt x="3800" y="1"/>
                      <a:pt x="2007" y="31"/>
                    </a:cubicBezTo>
                    <a:cubicBezTo>
                      <a:pt x="882" y="31"/>
                      <a:pt x="1" y="912"/>
                      <a:pt x="1" y="2037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accent2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1" name="Google Shape;751;p28"/>
            <p:cNvGrpSpPr/>
            <p:nvPr/>
          </p:nvGrpSpPr>
          <p:grpSpPr>
            <a:xfrm rot="10800000" flipH="1">
              <a:off x="4687334" y="4053542"/>
              <a:ext cx="1129225" cy="1439250"/>
              <a:chOff x="5173625" y="-443725"/>
              <a:chExt cx="1129225" cy="1439250"/>
            </a:xfrm>
          </p:grpSpPr>
          <p:sp>
            <p:nvSpPr>
              <p:cNvPr id="752" name="Google Shape;752;p28"/>
              <p:cNvSpPr/>
              <p:nvPr/>
            </p:nvSpPr>
            <p:spPr>
              <a:xfrm>
                <a:off x="5219975" y="-443725"/>
                <a:ext cx="1082875" cy="1320700"/>
              </a:xfrm>
              <a:custGeom>
                <a:avLst/>
                <a:gdLst/>
                <a:ahLst/>
                <a:cxnLst/>
                <a:rect l="l" t="t" r="r" b="b"/>
                <a:pathLst>
                  <a:path w="43315" h="52828" fill="none" extrusionOk="0">
                    <a:moveTo>
                      <a:pt x="0" y="52828"/>
                    </a:moveTo>
                    <a:lnTo>
                      <a:pt x="0" y="25836"/>
                    </a:lnTo>
                    <a:lnTo>
                      <a:pt x="43314" y="25836"/>
                    </a:lnTo>
                    <a:lnTo>
                      <a:pt x="43314" y="0"/>
                    </a:lnTo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Google Shape;753;p28"/>
              <p:cNvSpPr/>
              <p:nvPr/>
            </p:nvSpPr>
            <p:spPr>
              <a:xfrm>
                <a:off x="5173625" y="876950"/>
                <a:ext cx="117800" cy="118575"/>
              </a:xfrm>
              <a:custGeom>
                <a:avLst/>
                <a:gdLst/>
                <a:ahLst/>
                <a:cxnLst/>
                <a:rect l="l" t="t" r="r" b="b"/>
                <a:pathLst>
                  <a:path w="4712" h="4743" fill="none" extrusionOk="0">
                    <a:moveTo>
                      <a:pt x="0" y="2037"/>
                    </a:moveTo>
                    <a:cubicBezTo>
                      <a:pt x="0" y="3830"/>
                      <a:pt x="2158" y="4742"/>
                      <a:pt x="3435" y="3466"/>
                    </a:cubicBezTo>
                    <a:cubicBezTo>
                      <a:pt x="4711" y="2189"/>
                      <a:pt x="3800" y="1"/>
                      <a:pt x="2006" y="1"/>
                    </a:cubicBezTo>
                    <a:cubicBezTo>
                      <a:pt x="882" y="31"/>
                      <a:pt x="0" y="912"/>
                      <a:pt x="0" y="2037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54" name="Google Shape;754;p28"/>
          <p:cNvGrpSpPr/>
          <p:nvPr/>
        </p:nvGrpSpPr>
        <p:grpSpPr>
          <a:xfrm>
            <a:off x="-1256133" y="867643"/>
            <a:ext cx="2014791" cy="473128"/>
            <a:chOff x="-35118" y="4342063"/>
            <a:chExt cx="2014791" cy="473128"/>
          </a:xfrm>
        </p:grpSpPr>
        <p:sp>
          <p:nvSpPr>
            <p:cNvPr id="755" name="Google Shape;755;p28"/>
            <p:cNvSpPr/>
            <p:nvPr/>
          </p:nvSpPr>
          <p:spPr>
            <a:xfrm rot="-5400000">
              <a:off x="712889" y="3641646"/>
              <a:ext cx="425539" cy="1921552"/>
            </a:xfrm>
            <a:custGeom>
              <a:avLst/>
              <a:gdLst/>
              <a:ahLst/>
              <a:cxnLst/>
              <a:rect l="l" t="t" r="r" b="b"/>
              <a:pathLst>
                <a:path w="11430" h="51613" extrusionOk="0">
                  <a:moveTo>
                    <a:pt x="0" y="1"/>
                  </a:moveTo>
                  <a:lnTo>
                    <a:pt x="0" y="17995"/>
                  </a:lnTo>
                  <a:lnTo>
                    <a:pt x="31" y="18056"/>
                  </a:lnTo>
                  <a:cubicBezTo>
                    <a:pt x="61" y="18117"/>
                    <a:pt x="91" y="18147"/>
                    <a:pt x="122" y="18177"/>
                  </a:cubicBezTo>
                  <a:lnTo>
                    <a:pt x="10852" y="28877"/>
                  </a:lnTo>
                  <a:lnTo>
                    <a:pt x="10852" y="51612"/>
                  </a:lnTo>
                  <a:lnTo>
                    <a:pt x="11429" y="51612"/>
                  </a:lnTo>
                  <a:lnTo>
                    <a:pt x="11429" y="28633"/>
                  </a:lnTo>
                  <a:lnTo>
                    <a:pt x="669" y="17873"/>
                  </a:lnTo>
                  <a:lnTo>
                    <a:pt x="608" y="17813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28"/>
            <p:cNvSpPr/>
            <p:nvPr/>
          </p:nvSpPr>
          <p:spPr>
            <a:xfrm>
              <a:off x="1861099" y="4342063"/>
              <a:ext cx="118575" cy="118575"/>
            </a:xfrm>
            <a:custGeom>
              <a:avLst/>
              <a:gdLst/>
              <a:ahLst/>
              <a:cxnLst/>
              <a:rect l="l" t="t" r="r" b="b"/>
              <a:pathLst>
                <a:path w="4743" h="4743" fill="none" extrusionOk="0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7" name="Google Shape;757;p28"/>
          <p:cNvGrpSpPr/>
          <p:nvPr/>
        </p:nvGrpSpPr>
        <p:grpSpPr>
          <a:xfrm>
            <a:off x="-1179939" y="1195668"/>
            <a:ext cx="2014791" cy="473128"/>
            <a:chOff x="-35118" y="4342063"/>
            <a:chExt cx="2014791" cy="473128"/>
          </a:xfrm>
        </p:grpSpPr>
        <p:sp>
          <p:nvSpPr>
            <p:cNvPr id="758" name="Google Shape;758;p28"/>
            <p:cNvSpPr/>
            <p:nvPr/>
          </p:nvSpPr>
          <p:spPr>
            <a:xfrm rot="-5400000">
              <a:off x="712889" y="3641646"/>
              <a:ext cx="425539" cy="1921552"/>
            </a:xfrm>
            <a:custGeom>
              <a:avLst/>
              <a:gdLst/>
              <a:ahLst/>
              <a:cxnLst/>
              <a:rect l="l" t="t" r="r" b="b"/>
              <a:pathLst>
                <a:path w="11430" h="51613" extrusionOk="0">
                  <a:moveTo>
                    <a:pt x="0" y="1"/>
                  </a:moveTo>
                  <a:lnTo>
                    <a:pt x="0" y="17995"/>
                  </a:lnTo>
                  <a:lnTo>
                    <a:pt x="31" y="18056"/>
                  </a:lnTo>
                  <a:cubicBezTo>
                    <a:pt x="61" y="18117"/>
                    <a:pt x="91" y="18147"/>
                    <a:pt x="122" y="18177"/>
                  </a:cubicBezTo>
                  <a:lnTo>
                    <a:pt x="10852" y="28877"/>
                  </a:lnTo>
                  <a:lnTo>
                    <a:pt x="10852" y="51612"/>
                  </a:lnTo>
                  <a:lnTo>
                    <a:pt x="11429" y="51612"/>
                  </a:lnTo>
                  <a:lnTo>
                    <a:pt x="11429" y="28633"/>
                  </a:lnTo>
                  <a:lnTo>
                    <a:pt x="669" y="17873"/>
                  </a:lnTo>
                  <a:lnTo>
                    <a:pt x="608" y="17813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28"/>
            <p:cNvSpPr/>
            <p:nvPr/>
          </p:nvSpPr>
          <p:spPr>
            <a:xfrm>
              <a:off x="1861099" y="4342063"/>
              <a:ext cx="118575" cy="118575"/>
            </a:xfrm>
            <a:custGeom>
              <a:avLst/>
              <a:gdLst/>
              <a:ahLst/>
              <a:cxnLst/>
              <a:rect l="l" t="t" r="r" b="b"/>
              <a:pathLst>
                <a:path w="4743" h="4743" fill="none" extrusionOk="0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0" name="Google Shape;760;p28"/>
          <p:cNvGrpSpPr/>
          <p:nvPr/>
        </p:nvGrpSpPr>
        <p:grpSpPr>
          <a:xfrm rot="10800000" flipH="1">
            <a:off x="39853" y="-260807"/>
            <a:ext cx="2014791" cy="473128"/>
            <a:chOff x="-35118" y="4342063"/>
            <a:chExt cx="2014791" cy="473128"/>
          </a:xfrm>
        </p:grpSpPr>
        <p:sp>
          <p:nvSpPr>
            <p:cNvPr id="761" name="Google Shape;761;p28"/>
            <p:cNvSpPr/>
            <p:nvPr/>
          </p:nvSpPr>
          <p:spPr>
            <a:xfrm rot="-5400000">
              <a:off x="712889" y="3641646"/>
              <a:ext cx="425539" cy="1921552"/>
            </a:xfrm>
            <a:custGeom>
              <a:avLst/>
              <a:gdLst/>
              <a:ahLst/>
              <a:cxnLst/>
              <a:rect l="l" t="t" r="r" b="b"/>
              <a:pathLst>
                <a:path w="11430" h="51613" extrusionOk="0">
                  <a:moveTo>
                    <a:pt x="0" y="1"/>
                  </a:moveTo>
                  <a:lnTo>
                    <a:pt x="0" y="17995"/>
                  </a:lnTo>
                  <a:lnTo>
                    <a:pt x="31" y="18056"/>
                  </a:lnTo>
                  <a:cubicBezTo>
                    <a:pt x="61" y="18117"/>
                    <a:pt x="91" y="18147"/>
                    <a:pt x="122" y="18177"/>
                  </a:cubicBezTo>
                  <a:lnTo>
                    <a:pt x="10852" y="28877"/>
                  </a:lnTo>
                  <a:lnTo>
                    <a:pt x="10852" y="51612"/>
                  </a:lnTo>
                  <a:lnTo>
                    <a:pt x="11429" y="51612"/>
                  </a:lnTo>
                  <a:lnTo>
                    <a:pt x="11429" y="28633"/>
                  </a:lnTo>
                  <a:lnTo>
                    <a:pt x="669" y="17873"/>
                  </a:lnTo>
                  <a:lnTo>
                    <a:pt x="608" y="17813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28"/>
            <p:cNvSpPr/>
            <p:nvPr/>
          </p:nvSpPr>
          <p:spPr>
            <a:xfrm>
              <a:off x="1861099" y="4342063"/>
              <a:ext cx="118575" cy="118575"/>
            </a:xfrm>
            <a:custGeom>
              <a:avLst/>
              <a:gdLst/>
              <a:ahLst/>
              <a:cxnLst/>
              <a:rect l="l" t="t" r="r" b="b"/>
              <a:pathLst>
                <a:path w="4743" h="4743" fill="none" extrusionOk="0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3" name="Google Shape;763;p28"/>
          <p:cNvGrpSpPr/>
          <p:nvPr/>
        </p:nvGrpSpPr>
        <p:grpSpPr>
          <a:xfrm rot="10800000">
            <a:off x="7755996" y="4031858"/>
            <a:ext cx="1129225" cy="1439250"/>
            <a:chOff x="5173625" y="-443725"/>
            <a:chExt cx="1129225" cy="1439250"/>
          </a:xfrm>
        </p:grpSpPr>
        <p:sp>
          <p:nvSpPr>
            <p:cNvPr id="764" name="Google Shape;764;p28"/>
            <p:cNvSpPr/>
            <p:nvPr/>
          </p:nvSpPr>
          <p:spPr>
            <a:xfrm>
              <a:off x="5219975" y="-443725"/>
              <a:ext cx="1082875" cy="1320700"/>
            </a:xfrm>
            <a:custGeom>
              <a:avLst/>
              <a:gdLst/>
              <a:ahLst/>
              <a:cxnLst/>
              <a:rect l="l" t="t" r="r" b="b"/>
              <a:pathLst>
                <a:path w="43315" h="52828" fill="none" extrusionOk="0">
                  <a:moveTo>
                    <a:pt x="0" y="52828"/>
                  </a:moveTo>
                  <a:lnTo>
                    <a:pt x="0" y="25836"/>
                  </a:lnTo>
                  <a:lnTo>
                    <a:pt x="43314" y="25836"/>
                  </a:lnTo>
                  <a:lnTo>
                    <a:pt x="43314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28"/>
            <p:cNvSpPr/>
            <p:nvPr/>
          </p:nvSpPr>
          <p:spPr>
            <a:xfrm>
              <a:off x="5173625" y="876950"/>
              <a:ext cx="117800" cy="118575"/>
            </a:xfrm>
            <a:custGeom>
              <a:avLst/>
              <a:gdLst/>
              <a:ahLst/>
              <a:cxnLst/>
              <a:rect l="l" t="t" r="r" b="b"/>
              <a:pathLst>
                <a:path w="4712" h="4743" fill="none" extrusionOk="0">
                  <a:moveTo>
                    <a:pt x="0" y="2037"/>
                  </a:moveTo>
                  <a:cubicBezTo>
                    <a:pt x="0" y="3830"/>
                    <a:pt x="2158" y="4742"/>
                    <a:pt x="3435" y="3466"/>
                  </a:cubicBezTo>
                  <a:cubicBezTo>
                    <a:pt x="4711" y="2189"/>
                    <a:pt x="3800" y="1"/>
                    <a:pt x="2006" y="1"/>
                  </a:cubicBezTo>
                  <a:cubicBezTo>
                    <a:pt x="882" y="31"/>
                    <a:pt x="0" y="912"/>
                    <a:pt x="0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6" name="Google Shape;766;p28"/>
          <p:cNvGrpSpPr/>
          <p:nvPr/>
        </p:nvGrpSpPr>
        <p:grpSpPr>
          <a:xfrm rot="10800000" flipH="1">
            <a:off x="7506654" y="4534879"/>
            <a:ext cx="920275" cy="1078300"/>
            <a:chOff x="4679675" y="-443725"/>
            <a:chExt cx="920275" cy="1078300"/>
          </a:xfrm>
        </p:grpSpPr>
        <p:sp>
          <p:nvSpPr>
            <p:cNvPr id="767" name="Google Shape;767;p28"/>
            <p:cNvSpPr/>
            <p:nvPr/>
          </p:nvSpPr>
          <p:spPr>
            <a:xfrm>
              <a:off x="4783025" y="-443725"/>
              <a:ext cx="816925" cy="1006875"/>
            </a:xfrm>
            <a:custGeom>
              <a:avLst/>
              <a:gdLst/>
              <a:ahLst/>
              <a:cxnLst/>
              <a:rect l="l" t="t" r="r" b="b"/>
              <a:pathLst>
                <a:path w="32677" h="40275" fill="none" extrusionOk="0">
                  <a:moveTo>
                    <a:pt x="1" y="40274"/>
                  </a:moveTo>
                  <a:lnTo>
                    <a:pt x="32676" y="40274"/>
                  </a:lnTo>
                  <a:lnTo>
                    <a:pt x="32676" y="0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28"/>
            <p:cNvSpPr/>
            <p:nvPr/>
          </p:nvSpPr>
          <p:spPr>
            <a:xfrm>
              <a:off x="4679675" y="516000"/>
              <a:ext cx="117825" cy="118575"/>
            </a:xfrm>
            <a:custGeom>
              <a:avLst/>
              <a:gdLst/>
              <a:ahLst/>
              <a:cxnLst/>
              <a:rect l="l" t="t" r="r" b="b"/>
              <a:pathLst>
                <a:path w="4713" h="4743" fill="none" extrusionOk="0">
                  <a:moveTo>
                    <a:pt x="1" y="2037"/>
                  </a:moveTo>
                  <a:cubicBezTo>
                    <a:pt x="1" y="3830"/>
                    <a:pt x="2159" y="4742"/>
                    <a:pt x="3436" y="3466"/>
                  </a:cubicBezTo>
                  <a:cubicBezTo>
                    <a:pt x="4712" y="2189"/>
                    <a:pt x="3800" y="1"/>
                    <a:pt x="2007" y="31"/>
                  </a:cubicBezTo>
                  <a:cubicBezTo>
                    <a:pt x="882" y="31"/>
                    <a:pt x="1" y="912"/>
                    <a:pt x="1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9" name="Google Shape;769;p28"/>
          <p:cNvGrpSpPr/>
          <p:nvPr/>
        </p:nvGrpSpPr>
        <p:grpSpPr>
          <a:xfrm rot="10800000">
            <a:off x="7953846" y="4266083"/>
            <a:ext cx="1129225" cy="1439250"/>
            <a:chOff x="5173625" y="-443725"/>
            <a:chExt cx="1129225" cy="1439250"/>
          </a:xfrm>
        </p:grpSpPr>
        <p:sp>
          <p:nvSpPr>
            <p:cNvPr id="770" name="Google Shape;770;p28"/>
            <p:cNvSpPr/>
            <p:nvPr/>
          </p:nvSpPr>
          <p:spPr>
            <a:xfrm>
              <a:off x="5219975" y="-443725"/>
              <a:ext cx="1082875" cy="1320700"/>
            </a:xfrm>
            <a:custGeom>
              <a:avLst/>
              <a:gdLst/>
              <a:ahLst/>
              <a:cxnLst/>
              <a:rect l="l" t="t" r="r" b="b"/>
              <a:pathLst>
                <a:path w="43315" h="52828" fill="none" extrusionOk="0">
                  <a:moveTo>
                    <a:pt x="0" y="52828"/>
                  </a:moveTo>
                  <a:lnTo>
                    <a:pt x="0" y="25836"/>
                  </a:lnTo>
                  <a:lnTo>
                    <a:pt x="43314" y="25836"/>
                  </a:lnTo>
                  <a:lnTo>
                    <a:pt x="43314" y="0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28"/>
            <p:cNvSpPr/>
            <p:nvPr/>
          </p:nvSpPr>
          <p:spPr>
            <a:xfrm>
              <a:off x="5173625" y="876950"/>
              <a:ext cx="117800" cy="118575"/>
            </a:xfrm>
            <a:custGeom>
              <a:avLst/>
              <a:gdLst/>
              <a:ahLst/>
              <a:cxnLst/>
              <a:rect l="l" t="t" r="r" b="b"/>
              <a:pathLst>
                <a:path w="4712" h="4743" fill="none" extrusionOk="0">
                  <a:moveTo>
                    <a:pt x="0" y="2037"/>
                  </a:moveTo>
                  <a:cubicBezTo>
                    <a:pt x="0" y="3830"/>
                    <a:pt x="2158" y="4742"/>
                    <a:pt x="3435" y="3466"/>
                  </a:cubicBezTo>
                  <a:cubicBezTo>
                    <a:pt x="4711" y="2189"/>
                    <a:pt x="3800" y="1"/>
                    <a:pt x="2006" y="1"/>
                  </a:cubicBezTo>
                  <a:cubicBezTo>
                    <a:pt x="882" y="31"/>
                    <a:pt x="0" y="912"/>
                    <a:pt x="0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3" name="Google Shape;773;p29"/>
          <p:cNvGrpSpPr/>
          <p:nvPr/>
        </p:nvGrpSpPr>
        <p:grpSpPr>
          <a:xfrm rot="10800000">
            <a:off x="-483504" y="3973396"/>
            <a:ext cx="920275" cy="1078300"/>
            <a:chOff x="4679675" y="-1053325"/>
            <a:chExt cx="920275" cy="1078300"/>
          </a:xfrm>
        </p:grpSpPr>
        <p:sp>
          <p:nvSpPr>
            <p:cNvPr id="774" name="Google Shape;774;p29"/>
            <p:cNvSpPr/>
            <p:nvPr/>
          </p:nvSpPr>
          <p:spPr>
            <a:xfrm>
              <a:off x="4783025" y="-1053325"/>
              <a:ext cx="816925" cy="1006875"/>
            </a:xfrm>
            <a:custGeom>
              <a:avLst/>
              <a:gdLst/>
              <a:ahLst/>
              <a:cxnLst/>
              <a:rect l="l" t="t" r="r" b="b"/>
              <a:pathLst>
                <a:path w="32677" h="40275" fill="none" extrusionOk="0">
                  <a:moveTo>
                    <a:pt x="1" y="40274"/>
                  </a:moveTo>
                  <a:lnTo>
                    <a:pt x="32676" y="40274"/>
                  </a:lnTo>
                  <a:lnTo>
                    <a:pt x="32676" y="0"/>
                  </a:lnTo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29"/>
            <p:cNvSpPr/>
            <p:nvPr/>
          </p:nvSpPr>
          <p:spPr>
            <a:xfrm>
              <a:off x="4679675" y="-93600"/>
              <a:ext cx="117825" cy="118575"/>
            </a:xfrm>
            <a:custGeom>
              <a:avLst/>
              <a:gdLst/>
              <a:ahLst/>
              <a:cxnLst/>
              <a:rect l="l" t="t" r="r" b="b"/>
              <a:pathLst>
                <a:path w="4713" h="4743" fill="none" extrusionOk="0">
                  <a:moveTo>
                    <a:pt x="1" y="2037"/>
                  </a:moveTo>
                  <a:cubicBezTo>
                    <a:pt x="1" y="3830"/>
                    <a:pt x="2159" y="4742"/>
                    <a:pt x="3436" y="3466"/>
                  </a:cubicBezTo>
                  <a:cubicBezTo>
                    <a:pt x="4712" y="2189"/>
                    <a:pt x="3800" y="1"/>
                    <a:pt x="2007" y="31"/>
                  </a:cubicBezTo>
                  <a:cubicBezTo>
                    <a:pt x="882" y="31"/>
                    <a:pt x="1" y="912"/>
                    <a:pt x="1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6" name="Google Shape;776;p29"/>
          <p:cNvGrpSpPr/>
          <p:nvPr/>
        </p:nvGrpSpPr>
        <p:grpSpPr>
          <a:xfrm rot="10800000">
            <a:off x="-364004" y="3564321"/>
            <a:ext cx="1129225" cy="1439250"/>
            <a:chOff x="5173625" y="-443725"/>
            <a:chExt cx="1129225" cy="1439250"/>
          </a:xfrm>
        </p:grpSpPr>
        <p:sp>
          <p:nvSpPr>
            <p:cNvPr id="777" name="Google Shape;777;p29"/>
            <p:cNvSpPr/>
            <p:nvPr/>
          </p:nvSpPr>
          <p:spPr>
            <a:xfrm>
              <a:off x="5219975" y="-443725"/>
              <a:ext cx="1082875" cy="1320700"/>
            </a:xfrm>
            <a:custGeom>
              <a:avLst/>
              <a:gdLst/>
              <a:ahLst/>
              <a:cxnLst/>
              <a:rect l="l" t="t" r="r" b="b"/>
              <a:pathLst>
                <a:path w="43315" h="52828" fill="none" extrusionOk="0">
                  <a:moveTo>
                    <a:pt x="0" y="52828"/>
                  </a:moveTo>
                  <a:lnTo>
                    <a:pt x="0" y="25836"/>
                  </a:lnTo>
                  <a:lnTo>
                    <a:pt x="43314" y="25836"/>
                  </a:lnTo>
                  <a:lnTo>
                    <a:pt x="43314" y="0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29"/>
            <p:cNvSpPr/>
            <p:nvPr/>
          </p:nvSpPr>
          <p:spPr>
            <a:xfrm>
              <a:off x="5173625" y="876950"/>
              <a:ext cx="117800" cy="118575"/>
            </a:xfrm>
            <a:custGeom>
              <a:avLst/>
              <a:gdLst/>
              <a:ahLst/>
              <a:cxnLst/>
              <a:rect l="l" t="t" r="r" b="b"/>
              <a:pathLst>
                <a:path w="4712" h="4743" fill="none" extrusionOk="0">
                  <a:moveTo>
                    <a:pt x="0" y="2037"/>
                  </a:moveTo>
                  <a:cubicBezTo>
                    <a:pt x="0" y="3830"/>
                    <a:pt x="2158" y="4742"/>
                    <a:pt x="3435" y="3466"/>
                  </a:cubicBezTo>
                  <a:cubicBezTo>
                    <a:pt x="4711" y="2189"/>
                    <a:pt x="3800" y="1"/>
                    <a:pt x="2006" y="1"/>
                  </a:cubicBezTo>
                  <a:cubicBezTo>
                    <a:pt x="882" y="31"/>
                    <a:pt x="0" y="912"/>
                    <a:pt x="0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9" name="Google Shape;779;p29"/>
          <p:cNvGrpSpPr/>
          <p:nvPr/>
        </p:nvGrpSpPr>
        <p:grpSpPr>
          <a:xfrm rot="10800000" flipH="1">
            <a:off x="-351289" y="128490"/>
            <a:ext cx="2014791" cy="473128"/>
            <a:chOff x="-35118" y="4342063"/>
            <a:chExt cx="2014791" cy="473128"/>
          </a:xfrm>
        </p:grpSpPr>
        <p:sp>
          <p:nvSpPr>
            <p:cNvPr id="780" name="Google Shape;780;p29"/>
            <p:cNvSpPr/>
            <p:nvPr/>
          </p:nvSpPr>
          <p:spPr>
            <a:xfrm rot="-5400000">
              <a:off x="712889" y="3641646"/>
              <a:ext cx="425539" cy="1921552"/>
            </a:xfrm>
            <a:custGeom>
              <a:avLst/>
              <a:gdLst/>
              <a:ahLst/>
              <a:cxnLst/>
              <a:rect l="l" t="t" r="r" b="b"/>
              <a:pathLst>
                <a:path w="11430" h="51613" extrusionOk="0">
                  <a:moveTo>
                    <a:pt x="0" y="1"/>
                  </a:moveTo>
                  <a:lnTo>
                    <a:pt x="0" y="17995"/>
                  </a:lnTo>
                  <a:lnTo>
                    <a:pt x="31" y="18056"/>
                  </a:lnTo>
                  <a:cubicBezTo>
                    <a:pt x="61" y="18117"/>
                    <a:pt x="91" y="18147"/>
                    <a:pt x="122" y="18177"/>
                  </a:cubicBezTo>
                  <a:lnTo>
                    <a:pt x="10852" y="28877"/>
                  </a:lnTo>
                  <a:lnTo>
                    <a:pt x="10852" y="51612"/>
                  </a:lnTo>
                  <a:lnTo>
                    <a:pt x="11429" y="51612"/>
                  </a:lnTo>
                  <a:lnTo>
                    <a:pt x="11429" y="28633"/>
                  </a:lnTo>
                  <a:lnTo>
                    <a:pt x="669" y="17873"/>
                  </a:lnTo>
                  <a:lnTo>
                    <a:pt x="608" y="17813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29"/>
            <p:cNvSpPr/>
            <p:nvPr/>
          </p:nvSpPr>
          <p:spPr>
            <a:xfrm>
              <a:off x="1861099" y="4342063"/>
              <a:ext cx="118575" cy="118575"/>
            </a:xfrm>
            <a:custGeom>
              <a:avLst/>
              <a:gdLst/>
              <a:ahLst/>
              <a:cxnLst/>
              <a:rect l="l" t="t" r="r" b="b"/>
              <a:pathLst>
                <a:path w="4743" h="4743" fill="none" extrusionOk="0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2" name="Google Shape;782;p29"/>
          <p:cNvGrpSpPr/>
          <p:nvPr/>
        </p:nvGrpSpPr>
        <p:grpSpPr>
          <a:xfrm rot="10800000" flipH="1">
            <a:off x="-407289" y="4585092"/>
            <a:ext cx="2014791" cy="473128"/>
            <a:chOff x="-35118" y="4342063"/>
            <a:chExt cx="2014791" cy="473128"/>
          </a:xfrm>
        </p:grpSpPr>
        <p:sp>
          <p:nvSpPr>
            <p:cNvPr id="783" name="Google Shape;783;p29"/>
            <p:cNvSpPr/>
            <p:nvPr/>
          </p:nvSpPr>
          <p:spPr>
            <a:xfrm rot="-5400000">
              <a:off x="712889" y="3641646"/>
              <a:ext cx="425539" cy="1921552"/>
            </a:xfrm>
            <a:custGeom>
              <a:avLst/>
              <a:gdLst/>
              <a:ahLst/>
              <a:cxnLst/>
              <a:rect l="l" t="t" r="r" b="b"/>
              <a:pathLst>
                <a:path w="11430" h="51613" extrusionOk="0">
                  <a:moveTo>
                    <a:pt x="0" y="1"/>
                  </a:moveTo>
                  <a:lnTo>
                    <a:pt x="0" y="17995"/>
                  </a:lnTo>
                  <a:lnTo>
                    <a:pt x="31" y="18056"/>
                  </a:lnTo>
                  <a:cubicBezTo>
                    <a:pt x="61" y="18117"/>
                    <a:pt x="91" y="18147"/>
                    <a:pt x="122" y="18177"/>
                  </a:cubicBezTo>
                  <a:lnTo>
                    <a:pt x="10852" y="28877"/>
                  </a:lnTo>
                  <a:lnTo>
                    <a:pt x="10852" y="51612"/>
                  </a:lnTo>
                  <a:lnTo>
                    <a:pt x="11429" y="51612"/>
                  </a:lnTo>
                  <a:lnTo>
                    <a:pt x="11429" y="28633"/>
                  </a:lnTo>
                  <a:lnTo>
                    <a:pt x="669" y="17873"/>
                  </a:lnTo>
                  <a:lnTo>
                    <a:pt x="608" y="17813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29"/>
            <p:cNvSpPr/>
            <p:nvPr/>
          </p:nvSpPr>
          <p:spPr>
            <a:xfrm>
              <a:off x="1861099" y="4342063"/>
              <a:ext cx="118575" cy="118575"/>
            </a:xfrm>
            <a:custGeom>
              <a:avLst/>
              <a:gdLst/>
              <a:ahLst/>
              <a:cxnLst/>
              <a:rect l="l" t="t" r="r" b="b"/>
              <a:pathLst>
                <a:path w="4743" h="4743" fill="none" extrusionOk="0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5" name="Google Shape;785;p29"/>
          <p:cNvGrpSpPr/>
          <p:nvPr/>
        </p:nvGrpSpPr>
        <p:grpSpPr>
          <a:xfrm>
            <a:off x="-407297" y="4545227"/>
            <a:ext cx="2014791" cy="473128"/>
            <a:chOff x="-35118" y="4342063"/>
            <a:chExt cx="2014791" cy="473128"/>
          </a:xfrm>
        </p:grpSpPr>
        <p:sp>
          <p:nvSpPr>
            <p:cNvPr id="786" name="Google Shape;786;p29"/>
            <p:cNvSpPr/>
            <p:nvPr/>
          </p:nvSpPr>
          <p:spPr>
            <a:xfrm rot="-5400000">
              <a:off x="712889" y="3641646"/>
              <a:ext cx="425539" cy="1921552"/>
            </a:xfrm>
            <a:custGeom>
              <a:avLst/>
              <a:gdLst/>
              <a:ahLst/>
              <a:cxnLst/>
              <a:rect l="l" t="t" r="r" b="b"/>
              <a:pathLst>
                <a:path w="11430" h="51613" extrusionOk="0">
                  <a:moveTo>
                    <a:pt x="0" y="1"/>
                  </a:moveTo>
                  <a:lnTo>
                    <a:pt x="0" y="17995"/>
                  </a:lnTo>
                  <a:lnTo>
                    <a:pt x="31" y="18056"/>
                  </a:lnTo>
                  <a:cubicBezTo>
                    <a:pt x="61" y="18117"/>
                    <a:pt x="91" y="18147"/>
                    <a:pt x="122" y="18177"/>
                  </a:cubicBezTo>
                  <a:lnTo>
                    <a:pt x="10852" y="28877"/>
                  </a:lnTo>
                  <a:lnTo>
                    <a:pt x="10852" y="51612"/>
                  </a:lnTo>
                  <a:lnTo>
                    <a:pt x="11429" y="51612"/>
                  </a:lnTo>
                  <a:lnTo>
                    <a:pt x="11429" y="28633"/>
                  </a:lnTo>
                  <a:lnTo>
                    <a:pt x="669" y="17873"/>
                  </a:lnTo>
                  <a:lnTo>
                    <a:pt x="608" y="17813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29"/>
            <p:cNvSpPr/>
            <p:nvPr/>
          </p:nvSpPr>
          <p:spPr>
            <a:xfrm>
              <a:off x="1861099" y="4342063"/>
              <a:ext cx="118575" cy="118575"/>
            </a:xfrm>
            <a:custGeom>
              <a:avLst/>
              <a:gdLst/>
              <a:ahLst/>
              <a:cxnLst/>
              <a:rect l="l" t="t" r="r" b="b"/>
              <a:pathLst>
                <a:path w="4743" h="4743" fill="none" extrusionOk="0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8" name="Google Shape;788;p29"/>
          <p:cNvGrpSpPr/>
          <p:nvPr/>
        </p:nvGrpSpPr>
        <p:grpSpPr>
          <a:xfrm flipH="1">
            <a:off x="7755996" y="-324096"/>
            <a:ext cx="1129225" cy="1439250"/>
            <a:chOff x="5173625" y="-443725"/>
            <a:chExt cx="1129225" cy="1439250"/>
          </a:xfrm>
        </p:grpSpPr>
        <p:sp>
          <p:nvSpPr>
            <p:cNvPr id="789" name="Google Shape;789;p29"/>
            <p:cNvSpPr/>
            <p:nvPr/>
          </p:nvSpPr>
          <p:spPr>
            <a:xfrm>
              <a:off x="5219975" y="-443725"/>
              <a:ext cx="1082875" cy="1320700"/>
            </a:xfrm>
            <a:custGeom>
              <a:avLst/>
              <a:gdLst/>
              <a:ahLst/>
              <a:cxnLst/>
              <a:rect l="l" t="t" r="r" b="b"/>
              <a:pathLst>
                <a:path w="43315" h="52828" fill="none" extrusionOk="0">
                  <a:moveTo>
                    <a:pt x="0" y="52828"/>
                  </a:moveTo>
                  <a:lnTo>
                    <a:pt x="0" y="25836"/>
                  </a:lnTo>
                  <a:lnTo>
                    <a:pt x="43314" y="25836"/>
                  </a:lnTo>
                  <a:lnTo>
                    <a:pt x="43314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29"/>
            <p:cNvSpPr/>
            <p:nvPr/>
          </p:nvSpPr>
          <p:spPr>
            <a:xfrm>
              <a:off x="5173625" y="876950"/>
              <a:ext cx="117800" cy="118575"/>
            </a:xfrm>
            <a:custGeom>
              <a:avLst/>
              <a:gdLst/>
              <a:ahLst/>
              <a:cxnLst/>
              <a:rect l="l" t="t" r="r" b="b"/>
              <a:pathLst>
                <a:path w="4712" h="4743" fill="none" extrusionOk="0">
                  <a:moveTo>
                    <a:pt x="0" y="2037"/>
                  </a:moveTo>
                  <a:cubicBezTo>
                    <a:pt x="0" y="3830"/>
                    <a:pt x="2158" y="4742"/>
                    <a:pt x="3435" y="3466"/>
                  </a:cubicBezTo>
                  <a:cubicBezTo>
                    <a:pt x="4711" y="2189"/>
                    <a:pt x="3800" y="1"/>
                    <a:pt x="2006" y="1"/>
                  </a:cubicBezTo>
                  <a:cubicBezTo>
                    <a:pt x="882" y="31"/>
                    <a:pt x="0" y="912"/>
                    <a:pt x="0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1" name="Google Shape;791;p29"/>
          <p:cNvGrpSpPr/>
          <p:nvPr/>
        </p:nvGrpSpPr>
        <p:grpSpPr>
          <a:xfrm>
            <a:off x="7506654" y="-466167"/>
            <a:ext cx="920275" cy="1078300"/>
            <a:chOff x="4679675" y="-443725"/>
            <a:chExt cx="920275" cy="1078300"/>
          </a:xfrm>
        </p:grpSpPr>
        <p:sp>
          <p:nvSpPr>
            <p:cNvPr id="792" name="Google Shape;792;p29"/>
            <p:cNvSpPr/>
            <p:nvPr/>
          </p:nvSpPr>
          <p:spPr>
            <a:xfrm>
              <a:off x="4783025" y="-443725"/>
              <a:ext cx="816925" cy="1006875"/>
            </a:xfrm>
            <a:custGeom>
              <a:avLst/>
              <a:gdLst/>
              <a:ahLst/>
              <a:cxnLst/>
              <a:rect l="l" t="t" r="r" b="b"/>
              <a:pathLst>
                <a:path w="32677" h="40275" fill="none" extrusionOk="0">
                  <a:moveTo>
                    <a:pt x="1" y="40274"/>
                  </a:moveTo>
                  <a:lnTo>
                    <a:pt x="32676" y="40274"/>
                  </a:lnTo>
                  <a:lnTo>
                    <a:pt x="32676" y="0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29"/>
            <p:cNvSpPr/>
            <p:nvPr/>
          </p:nvSpPr>
          <p:spPr>
            <a:xfrm>
              <a:off x="4679675" y="516000"/>
              <a:ext cx="117825" cy="118575"/>
            </a:xfrm>
            <a:custGeom>
              <a:avLst/>
              <a:gdLst/>
              <a:ahLst/>
              <a:cxnLst/>
              <a:rect l="l" t="t" r="r" b="b"/>
              <a:pathLst>
                <a:path w="4713" h="4743" fill="none" extrusionOk="0">
                  <a:moveTo>
                    <a:pt x="1" y="2037"/>
                  </a:moveTo>
                  <a:cubicBezTo>
                    <a:pt x="1" y="3830"/>
                    <a:pt x="2159" y="4742"/>
                    <a:pt x="3436" y="3466"/>
                  </a:cubicBezTo>
                  <a:cubicBezTo>
                    <a:pt x="4712" y="2189"/>
                    <a:pt x="3800" y="1"/>
                    <a:pt x="2007" y="31"/>
                  </a:cubicBezTo>
                  <a:cubicBezTo>
                    <a:pt x="882" y="31"/>
                    <a:pt x="1" y="912"/>
                    <a:pt x="1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4" name="Google Shape;794;p29"/>
          <p:cNvGrpSpPr/>
          <p:nvPr/>
        </p:nvGrpSpPr>
        <p:grpSpPr>
          <a:xfrm flipH="1">
            <a:off x="7953846" y="-558321"/>
            <a:ext cx="1129225" cy="1439250"/>
            <a:chOff x="5173625" y="-443725"/>
            <a:chExt cx="1129225" cy="1439250"/>
          </a:xfrm>
        </p:grpSpPr>
        <p:sp>
          <p:nvSpPr>
            <p:cNvPr id="795" name="Google Shape;795;p29"/>
            <p:cNvSpPr/>
            <p:nvPr/>
          </p:nvSpPr>
          <p:spPr>
            <a:xfrm>
              <a:off x="5219975" y="-443725"/>
              <a:ext cx="1082875" cy="1320700"/>
            </a:xfrm>
            <a:custGeom>
              <a:avLst/>
              <a:gdLst/>
              <a:ahLst/>
              <a:cxnLst/>
              <a:rect l="l" t="t" r="r" b="b"/>
              <a:pathLst>
                <a:path w="43315" h="52828" fill="none" extrusionOk="0">
                  <a:moveTo>
                    <a:pt x="0" y="52828"/>
                  </a:moveTo>
                  <a:lnTo>
                    <a:pt x="0" y="25836"/>
                  </a:lnTo>
                  <a:lnTo>
                    <a:pt x="43314" y="25836"/>
                  </a:lnTo>
                  <a:lnTo>
                    <a:pt x="43314" y="0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29"/>
            <p:cNvSpPr/>
            <p:nvPr/>
          </p:nvSpPr>
          <p:spPr>
            <a:xfrm>
              <a:off x="5173625" y="876950"/>
              <a:ext cx="117800" cy="118575"/>
            </a:xfrm>
            <a:custGeom>
              <a:avLst/>
              <a:gdLst/>
              <a:ahLst/>
              <a:cxnLst/>
              <a:rect l="l" t="t" r="r" b="b"/>
              <a:pathLst>
                <a:path w="4712" h="4743" fill="none" extrusionOk="0">
                  <a:moveTo>
                    <a:pt x="0" y="2037"/>
                  </a:moveTo>
                  <a:cubicBezTo>
                    <a:pt x="0" y="3830"/>
                    <a:pt x="2158" y="4742"/>
                    <a:pt x="3435" y="3466"/>
                  </a:cubicBezTo>
                  <a:cubicBezTo>
                    <a:pt x="4711" y="2189"/>
                    <a:pt x="3800" y="1"/>
                    <a:pt x="2006" y="1"/>
                  </a:cubicBezTo>
                  <a:cubicBezTo>
                    <a:pt x="882" y="31"/>
                    <a:pt x="0" y="912"/>
                    <a:pt x="0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7" name="Google Shape;797;p29"/>
          <p:cNvGrpSpPr/>
          <p:nvPr/>
        </p:nvGrpSpPr>
        <p:grpSpPr>
          <a:xfrm rot="10800000" flipH="1">
            <a:off x="-198889" y="-100110"/>
            <a:ext cx="2014791" cy="473128"/>
            <a:chOff x="-35118" y="4342063"/>
            <a:chExt cx="2014791" cy="473128"/>
          </a:xfrm>
        </p:grpSpPr>
        <p:sp>
          <p:nvSpPr>
            <p:cNvPr id="798" name="Google Shape;798;p29"/>
            <p:cNvSpPr/>
            <p:nvPr/>
          </p:nvSpPr>
          <p:spPr>
            <a:xfrm rot="-5400000">
              <a:off x="712889" y="3641646"/>
              <a:ext cx="425539" cy="1921552"/>
            </a:xfrm>
            <a:custGeom>
              <a:avLst/>
              <a:gdLst/>
              <a:ahLst/>
              <a:cxnLst/>
              <a:rect l="l" t="t" r="r" b="b"/>
              <a:pathLst>
                <a:path w="11430" h="51613" extrusionOk="0">
                  <a:moveTo>
                    <a:pt x="0" y="1"/>
                  </a:moveTo>
                  <a:lnTo>
                    <a:pt x="0" y="17995"/>
                  </a:lnTo>
                  <a:lnTo>
                    <a:pt x="31" y="18056"/>
                  </a:lnTo>
                  <a:cubicBezTo>
                    <a:pt x="61" y="18117"/>
                    <a:pt x="91" y="18147"/>
                    <a:pt x="122" y="18177"/>
                  </a:cubicBezTo>
                  <a:lnTo>
                    <a:pt x="10852" y="28877"/>
                  </a:lnTo>
                  <a:lnTo>
                    <a:pt x="10852" y="51612"/>
                  </a:lnTo>
                  <a:lnTo>
                    <a:pt x="11429" y="51612"/>
                  </a:lnTo>
                  <a:lnTo>
                    <a:pt x="11429" y="28633"/>
                  </a:lnTo>
                  <a:lnTo>
                    <a:pt x="669" y="17873"/>
                  </a:lnTo>
                  <a:lnTo>
                    <a:pt x="608" y="17813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29"/>
            <p:cNvSpPr/>
            <p:nvPr/>
          </p:nvSpPr>
          <p:spPr>
            <a:xfrm>
              <a:off x="1861099" y="4342063"/>
              <a:ext cx="118575" cy="118575"/>
            </a:xfrm>
            <a:custGeom>
              <a:avLst/>
              <a:gdLst/>
              <a:ahLst/>
              <a:cxnLst/>
              <a:rect l="l" t="t" r="r" b="b"/>
              <a:pathLst>
                <a:path w="4743" h="4743" fill="none" extrusionOk="0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LANK_1_1_1_1_1_1_1_1_1"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1" name="Google Shape;801;p30"/>
          <p:cNvGrpSpPr/>
          <p:nvPr/>
        </p:nvGrpSpPr>
        <p:grpSpPr>
          <a:xfrm flipH="1">
            <a:off x="-365562" y="4556641"/>
            <a:ext cx="2808779" cy="1148975"/>
            <a:chOff x="6525475" y="148600"/>
            <a:chExt cx="2808779" cy="1148975"/>
          </a:xfrm>
        </p:grpSpPr>
        <p:sp>
          <p:nvSpPr>
            <p:cNvPr id="802" name="Google Shape;802;p30"/>
            <p:cNvSpPr/>
            <p:nvPr/>
          </p:nvSpPr>
          <p:spPr>
            <a:xfrm>
              <a:off x="6629575" y="195700"/>
              <a:ext cx="2704679" cy="1101875"/>
            </a:xfrm>
            <a:custGeom>
              <a:avLst/>
              <a:gdLst/>
              <a:ahLst/>
              <a:cxnLst/>
              <a:rect l="l" t="t" r="r" b="b"/>
              <a:pathLst>
                <a:path w="50914" h="44075" fill="none" extrusionOk="0">
                  <a:moveTo>
                    <a:pt x="50913" y="44074"/>
                  </a:moveTo>
                  <a:lnTo>
                    <a:pt x="25442" y="44074"/>
                  </a:lnTo>
                  <a:lnTo>
                    <a:pt x="25442" y="1"/>
                  </a:lnTo>
                  <a:lnTo>
                    <a:pt x="1" y="1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30"/>
            <p:cNvSpPr/>
            <p:nvPr/>
          </p:nvSpPr>
          <p:spPr>
            <a:xfrm>
              <a:off x="6525475" y="148600"/>
              <a:ext cx="118575" cy="118550"/>
            </a:xfrm>
            <a:custGeom>
              <a:avLst/>
              <a:gdLst/>
              <a:ahLst/>
              <a:cxnLst/>
              <a:rect l="l" t="t" r="r" b="b"/>
              <a:pathLst>
                <a:path w="4743" h="4742" fill="none" extrusionOk="0">
                  <a:moveTo>
                    <a:pt x="0" y="2037"/>
                  </a:moveTo>
                  <a:cubicBezTo>
                    <a:pt x="0" y="3830"/>
                    <a:pt x="2189" y="4742"/>
                    <a:pt x="3465" y="3465"/>
                  </a:cubicBezTo>
                  <a:cubicBezTo>
                    <a:pt x="4742" y="2189"/>
                    <a:pt x="3830" y="0"/>
                    <a:pt x="2037" y="30"/>
                  </a:cubicBezTo>
                  <a:cubicBezTo>
                    <a:pt x="912" y="30"/>
                    <a:pt x="0" y="912"/>
                    <a:pt x="0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4" name="Google Shape;804;p30"/>
          <p:cNvGrpSpPr/>
          <p:nvPr/>
        </p:nvGrpSpPr>
        <p:grpSpPr>
          <a:xfrm rot="10800000">
            <a:off x="7497756" y="4534879"/>
            <a:ext cx="1368260" cy="1078296"/>
            <a:chOff x="4231725" y="-443721"/>
            <a:chExt cx="1368260" cy="1078296"/>
          </a:xfrm>
        </p:grpSpPr>
        <p:sp>
          <p:nvSpPr>
            <p:cNvPr id="805" name="Google Shape;805;p30"/>
            <p:cNvSpPr/>
            <p:nvPr/>
          </p:nvSpPr>
          <p:spPr>
            <a:xfrm>
              <a:off x="4327869" y="-443721"/>
              <a:ext cx="1272116" cy="1006875"/>
            </a:xfrm>
            <a:custGeom>
              <a:avLst/>
              <a:gdLst/>
              <a:ahLst/>
              <a:cxnLst/>
              <a:rect l="l" t="t" r="r" b="b"/>
              <a:pathLst>
                <a:path w="32677" h="40275" fill="none" extrusionOk="0">
                  <a:moveTo>
                    <a:pt x="1" y="40274"/>
                  </a:moveTo>
                  <a:lnTo>
                    <a:pt x="32676" y="40274"/>
                  </a:lnTo>
                  <a:lnTo>
                    <a:pt x="32676" y="0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30"/>
            <p:cNvSpPr/>
            <p:nvPr/>
          </p:nvSpPr>
          <p:spPr>
            <a:xfrm>
              <a:off x="4231725" y="516000"/>
              <a:ext cx="117825" cy="118575"/>
            </a:xfrm>
            <a:custGeom>
              <a:avLst/>
              <a:gdLst/>
              <a:ahLst/>
              <a:cxnLst/>
              <a:rect l="l" t="t" r="r" b="b"/>
              <a:pathLst>
                <a:path w="4713" h="4743" fill="none" extrusionOk="0">
                  <a:moveTo>
                    <a:pt x="1" y="2037"/>
                  </a:moveTo>
                  <a:cubicBezTo>
                    <a:pt x="1" y="3830"/>
                    <a:pt x="2159" y="4742"/>
                    <a:pt x="3436" y="3466"/>
                  </a:cubicBezTo>
                  <a:cubicBezTo>
                    <a:pt x="4712" y="2189"/>
                    <a:pt x="3800" y="1"/>
                    <a:pt x="2007" y="31"/>
                  </a:cubicBezTo>
                  <a:cubicBezTo>
                    <a:pt x="882" y="31"/>
                    <a:pt x="1" y="912"/>
                    <a:pt x="1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7" name="Google Shape;807;p30"/>
          <p:cNvGrpSpPr/>
          <p:nvPr/>
        </p:nvGrpSpPr>
        <p:grpSpPr>
          <a:xfrm rot="10800000">
            <a:off x="6794891" y="4173929"/>
            <a:ext cx="1129225" cy="1439250"/>
            <a:chOff x="5173625" y="-443725"/>
            <a:chExt cx="1129225" cy="1439250"/>
          </a:xfrm>
        </p:grpSpPr>
        <p:sp>
          <p:nvSpPr>
            <p:cNvPr id="808" name="Google Shape;808;p30"/>
            <p:cNvSpPr/>
            <p:nvPr/>
          </p:nvSpPr>
          <p:spPr>
            <a:xfrm>
              <a:off x="5219975" y="-443725"/>
              <a:ext cx="1082875" cy="1320700"/>
            </a:xfrm>
            <a:custGeom>
              <a:avLst/>
              <a:gdLst/>
              <a:ahLst/>
              <a:cxnLst/>
              <a:rect l="l" t="t" r="r" b="b"/>
              <a:pathLst>
                <a:path w="43315" h="52828" fill="none" extrusionOk="0">
                  <a:moveTo>
                    <a:pt x="0" y="52828"/>
                  </a:moveTo>
                  <a:lnTo>
                    <a:pt x="0" y="25836"/>
                  </a:lnTo>
                  <a:lnTo>
                    <a:pt x="43314" y="25836"/>
                  </a:lnTo>
                  <a:lnTo>
                    <a:pt x="43314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30"/>
            <p:cNvSpPr/>
            <p:nvPr/>
          </p:nvSpPr>
          <p:spPr>
            <a:xfrm>
              <a:off x="5173625" y="876950"/>
              <a:ext cx="117800" cy="118575"/>
            </a:xfrm>
            <a:custGeom>
              <a:avLst/>
              <a:gdLst/>
              <a:ahLst/>
              <a:cxnLst/>
              <a:rect l="l" t="t" r="r" b="b"/>
              <a:pathLst>
                <a:path w="4712" h="4743" fill="none" extrusionOk="0">
                  <a:moveTo>
                    <a:pt x="0" y="2037"/>
                  </a:moveTo>
                  <a:cubicBezTo>
                    <a:pt x="0" y="3830"/>
                    <a:pt x="2158" y="4742"/>
                    <a:pt x="3435" y="3466"/>
                  </a:cubicBezTo>
                  <a:cubicBezTo>
                    <a:pt x="4711" y="2189"/>
                    <a:pt x="3800" y="1"/>
                    <a:pt x="2006" y="1"/>
                  </a:cubicBezTo>
                  <a:cubicBezTo>
                    <a:pt x="882" y="31"/>
                    <a:pt x="0" y="912"/>
                    <a:pt x="0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0" name="Google Shape;810;p30"/>
          <p:cNvGrpSpPr/>
          <p:nvPr/>
        </p:nvGrpSpPr>
        <p:grpSpPr>
          <a:xfrm rot="10800000" flipH="1">
            <a:off x="3706041" y="4534879"/>
            <a:ext cx="920275" cy="1078300"/>
            <a:chOff x="4679675" y="-443725"/>
            <a:chExt cx="920275" cy="1078300"/>
          </a:xfrm>
        </p:grpSpPr>
        <p:sp>
          <p:nvSpPr>
            <p:cNvPr id="811" name="Google Shape;811;p30"/>
            <p:cNvSpPr/>
            <p:nvPr/>
          </p:nvSpPr>
          <p:spPr>
            <a:xfrm>
              <a:off x="4783025" y="-443725"/>
              <a:ext cx="816925" cy="1006875"/>
            </a:xfrm>
            <a:custGeom>
              <a:avLst/>
              <a:gdLst/>
              <a:ahLst/>
              <a:cxnLst/>
              <a:rect l="l" t="t" r="r" b="b"/>
              <a:pathLst>
                <a:path w="32677" h="40275" fill="none" extrusionOk="0">
                  <a:moveTo>
                    <a:pt x="1" y="40274"/>
                  </a:moveTo>
                  <a:lnTo>
                    <a:pt x="32676" y="40274"/>
                  </a:lnTo>
                  <a:lnTo>
                    <a:pt x="32676" y="0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30"/>
            <p:cNvSpPr/>
            <p:nvPr/>
          </p:nvSpPr>
          <p:spPr>
            <a:xfrm>
              <a:off x="4679675" y="516000"/>
              <a:ext cx="117825" cy="118575"/>
            </a:xfrm>
            <a:custGeom>
              <a:avLst/>
              <a:gdLst/>
              <a:ahLst/>
              <a:cxnLst/>
              <a:rect l="l" t="t" r="r" b="b"/>
              <a:pathLst>
                <a:path w="4713" h="4743" fill="none" extrusionOk="0">
                  <a:moveTo>
                    <a:pt x="1" y="2037"/>
                  </a:moveTo>
                  <a:cubicBezTo>
                    <a:pt x="1" y="3830"/>
                    <a:pt x="2159" y="4742"/>
                    <a:pt x="3436" y="3466"/>
                  </a:cubicBezTo>
                  <a:cubicBezTo>
                    <a:pt x="4712" y="2189"/>
                    <a:pt x="3800" y="1"/>
                    <a:pt x="2007" y="31"/>
                  </a:cubicBezTo>
                  <a:cubicBezTo>
                    <a:pt x="882" y="31"/>
                    <a:pt x="1" y="912"/>
                    <a:pt x="1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3" name="Google Shape;813;p30"/>
          <p:cNvGrpSpPr/>
          <p:nvPr/>
        </p:nvGrpSpPr>
        <p:grpSpPr>
          <a:xfrm rot="10800000" flipH="1">
            <a:off x="4199991" y="4173929"/>
            <a:ext cx="1129225" cy="1439250"/>
            <a:chOff x="5173625" y="-443725"/>
            <a:chExt cx="1129225" cy="1439250"/>
          </a:xfrm>
        </p:grpSpPr>
        <p:sp>
          <p:nvSpPr>
            <p:cNvPr id="814" name="Google Shape;814;p30"/>
            <p:cNvSpPr/>
            <p:nvPr/>
          </p:nvSpPr>
          <p:spPr>
            <a:xfrm>
              <a:off x="5219975" y="-443725"/>
              <a:ext cx="1082875" cy="1320700"/>
            </a:xfrm>
            <a:custGeom>
              <a:avLst/>
              <a:gdLst/>
              <a:ahLst/>
              <a:cxnLst/>
              <a:rect l="l" t="t" r="r" b="b"/>
              <a:pathLst>
                <a:path w="43315" h="52828" fill="none" extrusionOk="0">
                  <a:moveTo>
                    <a:pt x="0" y="52828"/>
                  </a:moveTo>
                  <a:lnTo>
                    <a:pt x="0" y="25836"/>
                  </a:lnTo>
                  <a:lnTo>
                    <a:pt x="43314" y="25836"/>
                  </a:lnTo>
                  <a:lnTo>
                    <a:pt x="43314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30"/>
            <p:cNvSpPr/>
            <p:nvPr/>
          </p:nvSpPr>
          <p:spPr>
            <a:xfrm>
              <a:off x="5173625" y="876950"/>
              <a:ext cx="117800" cy="118575"/>
            </a:xfrm>
            <a:custGeom>
              <a:avLst/>
              <a:gdLst/>
              <a:ahLst/>
              <a:cxnLst/>
              <a:rect l="l" t="t" r="r" b="b"/>
              <a:pathLst>
                <a:path w="4712" h="4743" fill="none" extrusionOk="0">
                  <a:moveTo>
                    <a:pt x="0" y="2037"/>
                  </a:moveTo>
                  <a:cubicBezTo>
                    <a:pt x="0" y="3830"/>
                    <a:pt x="2158" y="4742"/>
                    <a:pt x="3435" y="3466"/>
                  </a:cubicBezTo>
                  <a:cubicBezTo>
                    <a:pt x="4711" y="2189"/>
                    <a:pt x="3800" y="1"/>
                    <a:pt x="2006" y="1"/>
                  </a:cubicBezTo>
                  <a:cubicBezTo>
                    <a:pt x="882" y="31"/>
                    <a:pt x="0" y="912"/>
                    <a:pt x="0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6" name="Google Shape;816;p30"/>
          <p:cNvGrpSpPr/>
          <p:nvPr/>
        </p:nvGrpSpPr>
        <p:grpSpPr>
          <a:xfrm rot="10800000">
            <a:off x="1329129" y="3924763"/>
            <a:ext cx="474200" cy="1505350"/>
            <a:chOff x="3995775" y="-443725"/>
            <a:chExt cx="474200" cy="1505350"/>
          </a:xfrm>
        </p:grpSpPr>
        <p:sp>
          <p:nvSpPr>
            <p:cNvPr id="817" name="Google Shape;817;p30"/>
            <p:cNvSpPr/>
            <p:nvPr/>
          </p:nvSpPr>
          <p:spPr>
            <a:xfrm>
              <a:off x="4042125" y="-443725"/>
              <a:ext cx="427850" cy="1386800"/>
            </a:xfrm>
            <a:custGeom>
              <a:avLst/>
              <a:gdLst/>
              <a:ahLst/>
              <a:cxnLst/>
              <a:rect l="l" t="t" r="r" b="b"/>
              <a:pathLst>
                <a:path w="17114" h="55472" fill="none" extrusionOk="0">
                  <a:moveTo>
                    <a:pt x="1" y="55472"/>
                  </a:moveTo>
                  <a:lnTo>
                    <a:pt x="1" y="40669"/>
                  </a:lnTo>
                  <a:lnTo>
                    <a:pt x="17114" y="40669"/>
                  </a:lnTo>
                  <a:lnTo>
                    <a:pt x="17114" y="0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30"/>
            <p:cNvSpPr/>
            <p:nvPr/>
          </p:nvSpPr>
          <p:spPr>
            <a:xfrm>
              <a:off x="3995775" y="943825"/>
              <a:ext cx="117825" cy="117800"/>
            </a:xfrm>
            <a:custGeom>
              <a:avLst/>
              <a:gdLst/>
              <a:ahLst/>
              <a:cxnLst/>
              <a:rect l="l" t="t" r="r" b="b"/>
              <a:pathLst>
                <a:path w="4713" h="4712" fill="none" extrusionOk="0">
                  <a:moveTo>
                    <a:pt x="1" y="2006"/>
                  </a:moveTo>
                  <a:cubicBezTo>
                    <a:pt x="1" y="3830"/>
                    <a:pt x="2159" y="4712"/>
                    <a:pt x="3435" y="3465"/>
                  </a:cubicBezTo>
                  <a:cubicBezTo>
                    <a:pt x="4712" y="2189"/>
                    <a:pt x="3800" y="0"/>
                    <a:pt x="2007" y="0"/>
                  </a:cubicBezTo>
                  <a:cubicBezTo>
                    <a:pt x="882" y="0"/>
                    <a:pt x="1" y="912"/>
                    <a:pt x="1" y="2006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9" name="Google Shape;819;p30"/>
          <p:cNvGrpSpPr/>
          <p:nvPr/>
        </p:nvGrpSpPr>
        <p:grpSpPr>
          <a:xfrm>
            <a:off x="6612948" y="5750"/>
            <a:ext cx="1195349" cy="1078296"/>
            <a:chOff x="4404625" y="-443721"/>
            <a:chExt cx="1195349" cy="1078296"/>
          </a:xfrm>
        </p:grpSpPr>
        <p:sp>
          <p:nvSpPr>
            <p:cNvPr id="820" name="Google Shape;820;p30"/>
            <p:cNvSpPr/>
            <p:nvPr/>
          </p:nvSpPr>
          <p:spPr>
            <a:xfrm>
              <a:off x="4501128" y="-443721"/>
              <a:ext cx="1098846" cy="1006875"/>
            </a:xfrm>
            <a:custGeom>
              <a:avLst/>
              <a:gdLst/>
              <a:ahLst/>
              <a:cxnLst/>
              <a:rect l="l" t="t" r="r" b="b"/>
              <a:pathLst>
                <a:path w="32677" h="40275" fill="none" extrusionOk="0">
                  <a:moveTo>
                    <a:pt x="1" y="40274"/>
                  </a:moveTo>
                  <a:lnTo>
                    <a:pt x="32676" y="40274"/>
                  </a:lnTo>
                  <a:lnTo>
                    <a:pt x="32676" y="0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30"/>
            <p:cNvSpPr/>
            <p:nvPr/>
          </p:nvSpPr>
          <p:spPr>
            <a:xfrm>
              <a:off x="4404625" y="516000"/>
              <a:ext cx="117825" cy="118575"/>
            </a:xfrm>
            <a:custGeom>
              <a:avLst/>
              <a:gdLst/>
              <a:ahLst/>
              <a:cxnLst/>
              <a:rect l="l" t="t" r="r" b="b"/>
              <a:pathLst>
                <a:path w="4713" h="4743" fill="none" extrusionOk="0">
                  <a:moveTo>
                    <a:pt x="1" y="2037"/>
                  </a:moveTo>
                  <a:cubicBezTo>
                    <a:pt x="1" y="3830"/>
                    <a:pt x="2159" y="4742"/>
                    <a:pt x="3436" y="3466"/>
                  </a:cubicBezTo>
                  <a:cubicBezTo>
                    <a:pt x="4712" y="2189"/>
                    <a:pt x="3800" y="1"/>
                    <a:pt x="2007" y="31"/>
                  </a:cubicBezTo>
                  <a:cubicBezTo>
                    <a:pt x="882" y="31"/>
                    <a:pt x="1" y="912"/>
                    <a:pt x="1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2" name="Google Shape;822;p30"/>
          <p:cNvGrpSpPr/>
          <p:nvPr/>
        </p:nvGrpSpPr>
        <p:grpSpPr>
          <a:xfrm>
            <a:off x="7429151" y="-104276"/>
            <a:ext cx="1129225" cy="1439250"/>
            <a:chOff x="5173625" y="-443725"/>
            <a:chExt cx="1129225" cy="1439250"/>
          </a:xfrm>
        </p:grpSpPr>
        <p:sp>
          <p:nvSpPr>
            <p:cNvPr id="823" name="Google Shape;823;p30"/>
            <p:cNvSpPr/>
            <p:nvPr/>
          </p:nvSpPr>
          <p:spPr>
            <a:xfrm>
              <a:off x="5219975" y="-443725"/>
              <a:ext cx="1082875" cy="1320700"/>
            </a:xfrm>
            <a:custGeom>
              <a:avLst/>
              <a:gdLst/>
              <a:ahLst/>
              <a:cxnLst/>
              <a:rect l="l" t="t" r="r" b="b"/>
              <a:pathLst>
                <a:path w="43315" h="52828" fill="none" extrusionOk="0">
                  <a:moveTo>
                    <a:pt x="0" y="52828"/>
                  </a:moveTo>
                  <a:lnTo>
                    <a:pt x="0" y="25836"/>
                  </a:lnTo>
                  <a:lnTo>
                    <a:pt x="43314" y="25836"/>
                  </a:lnTo>
                  <a:lnTo>
                    <a:pt x="43314" y="0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30"/>
            <p:cNvSpPr/>
            <p:nvPr/>
          </p:nvSpPr>
          <p:spPr>
            <a:xfrm>
              <a:off x="5173625" y="876950"/>
              <a:ext cx="117800" cy="118575"/>
            </a:xfrm>
            <a:custGeom>
              <a:avLst/>
              <a:gdLst/>
              <a:ahLst/>
              <a:cxnLst/>
              <a:rect l="l" t="t" r="r" b="b"/>
              <a:pathLst>
                <a:path w="4712" h="4743" fill="none" extrusionOk="0">
                  <a:moveTo>
                    <a:pt x="0" y="2037"/>
                  </a:moveTo>
                  <a:cubicBezTo>
                    <a:pt x="0" y="3830"/>
                    <a:pt x="2158" y="4742"/>
                    <a:pt x="3435" y="3466"/>
                  </a:cubicBezTo>
                  <a:cubicBezTo>
                    <a:pt x="4711" y="2189"/>
                    <a:pt x="3800" y="1"/>
                    <a:pt x="2006" y="1"/>
                  </a:cubicBezTo>
                  <a:cubicBezTo>
                    <a:pt x="882" y="31"/>
                    <a:pt x="0" y="912"/>
                    <a:pt x="0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5" name="Google Shape;825;p30"/>
          <p:cNvGrpSpPr/>
          <p:nvPr/>
        </p:nvGrpSpPr>
        <p:grpSpPr>
          <a:xfrm>
            <a:off x="3121150" y="-475160"/>
            <a:ext cx="482550" cy="1505350"/>
            <a:chOff x="3121150" y="-443725"/>
            <a:chExt cx="482550" cy="1505350"/>
          </a:xfrm>
        </p:grpSpPr>
        <p:sp>
          <p:nvSpPr>
            <p:cNvPr id="826" name="Google Shape;826;p30"/>
            <p:cNvSpPr/>
            <p:nvPr/>
          </p:nvSpPr>
          <p:spPr>
            <a:xfrm>
              <a:off x="3121150" y="-443725"/>
              <a:ext cx="427075" cy="1386800"/>
            </a:xfrm>
            <a:custGeom>
              <a:avLst/>
              <a:gdLst/>
              <a:ahLst/>
              <a:cxnLst/>
              <a:rect l="l" t="t" r="r" b="b"/>
              <a:pathLst>
                <a:path w="17083" h="55472" fill="none" extrusionOk="0">
                  <a:moveTo>
                    <a:pt x="17083" y="55472"/>
                  </a:moveTo>
                  <a:lnTo>
                    <a:pt x="17083" y="40669"/>
                  </a:lnTo>
                  <a:lnTo>
                    <a:pt x="0" y="40669"/>
                  </a:ln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30"/>
            <p:cNvSpPr/>
            <p:nvPr/>
          </p:nvSpPr>
          <p:spPr>
            <a:xfrm>
              <a:off x="3485125" y="943825"/>
              <a:ext cx="118575" cy="117800"/>
            </a:xfrm>
            <a:custGeom>
              <a:avLst/>
              <a:gdLst/>
              <a:ahLst/>
              <a:cxnLst/>
              <a:rect l="l" t="t" r="r" b="b"/>
              <a:pathLst>
                <a:path w="4743" h="4712" fill="none" extrusionOk="0">
                  <a:moveTo>
                    <a:pt x="4743" y="2006"/>
                  </a:moveTo>
                  <a:cubicBezTo>
                    <a:pt x="4743" y="3830"/>
                    <a:pt x="2554" y="4712"/>
                    <a:pt x="1277" y="3465"/>
                  </a:cubicBezTo>
                  <a:cubicBezTo>
                    <a:pt x="1" y="2189"/>
                    <a:pt x="913" y="0"/>
                    <a:pt x="2706" y="0"/>
                  </a:cubicBezTo>
                  <a:cubicBezTo>
                    <a:pt x="3831" y="0"/>
                    <a:pt x="4743" y="912"/>
                    <a:pt x="4743" y="2006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8" name="Google Shape;828;p30"/>
          <p:cNvGrpSpPr/>
          <p:nvPr/>
        </p:nvGrpSpPr>
        <p:grpSpPr>
          <a:xfrm>
            <a:off x="1990425" y="-467301"/>
            <a:ext cx="929375" cy="1078300"/>
            <a:chOff x="1990425" y="-443725"/>
            <a:chExt cx="929375" cy="1078300"/>
          </a:xfrm>
        </p:grpSpPr>
        <p:sp>
          <p:nvSpPr>
            <p:cNvPr id="829" name="Google Shape;829;p30"/>
            <p:cNvSpPr/>
            <p:nvPr/>
          </p:nvSpPr>
          <p:spPr>
            <a:xfrm>
              <a:off x="1990425" y="-443725"/>
              <a:ext cx="826800" cy="1006875"/>
            </a:xfrm>
            <a:custGeom>
              <a:avLst/>
              <a:gdLst/>
              <a:ahLst/>
              <a:cxnLst/>
              <a:rect l="l" t="t" r="r" b="b"/>
              <a:pathLst>
                <a:path w="33072" h="40275" fill="none" extrusionOk="0">
                  <a:moveTo>
                    <a:pt x="33071" y="40274"/>
                  </a:moveTo>
                  <a:lnTo>
                    <a:pt x="0" y="40274"/>
                  </a:ln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30"/>
            <p:cNvSpPr/>
            <p:nvPr/>
          </p:nvSpPr>
          <p:spPr>
            <a:xfrm>
              <a:off x="2801225" y="516000"/>
              <a:ext cx="118575" cy="118575"/>
            </a:xfrm>
            <a:custGeom>
              <a:avLst/>
              <a:gdLst/>
              <a:ahLst/>
              <a:cxnLst/>
              <a:rect l="l" t="t" r="r" b="b"/>
              <a:pathLst>
                <a:path w="4743" h="4743" fill="none" extrusionOk="0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3" y="31"/>
                    <a:pt x="2706" y="31"/>
                  </a:cubicBezTo>
                  <a:cubicBezTo>
                    <a:pt x="3831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1" name="Google Shape;831;p30"/>
          <p:cNvGrpSpPr/>
          <p:nvPr/>
        </p:nvGrpSpPr>
        <p:grpSpPr>
          <a:xfrm>
            <a:off x="1287525" y="-467301"/>
            <a:ext cx="1138350" cy="1439250"/>
            <a:chOff x="1287525" y="-443725"/>
            <a:chExt cx="1138350" cy="1439250"/>
          </a:xfrm>
        </p:grpSpPr>
        <p:sp>
          <p:nvSpPr>
            <p:cNvPr id="832" name="Google Shape;832;p30"/>
            <p:cNvSpPr/>
            <p:nvPr/>
          </p:nvSpPr>
          <p:spPr>
            <a:xfrm>
              <a:off x="1287525" y="-443725"/>
              <a:ext cx="1082875" cy="1320700"/>
            </a:xfrm>
            <a:custGeom>
              <a:avLst/>
              <a:gdLst/>
              <a:ahLst/>
              <a:cxnLst/>
              <a:rect l="l" t="t" r="r" b="b"/>
              <a:pathLst>
                <a:path w="43315" h="52828" fill="none" extrusionOk="0">
                  <a:moveTo>
                    <a:pt x="43314" y="52828"/>
                  </a:moveTo>
                  <a:lnTo>
                    <a:pt x="43314" y="25836"/>
                  </a:lnTo>
                  <a:lnTo>
                    <a:pt x="0" y="25836"/>
                  </a:ln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30"/>
            <p:cNvSpPr/>
            <p:nvPr/>
          </p:nvSpPr>
          <p:spPr>
            <a:xfrm>
              <a:off x="2307300" y="876950"/>
              <a:ext cx="118575" cy="118575"/>
            </a:xfrm>
            <a:custGeom>
              <a:avLst/>
              <a:gdLst/>
              <a:ahLst/>
              <a:cxnLst/>
              <a:rect l="l" t="t" r="r" b="b"/>
              <a:pathLst>
                <a:path w="4743" h="4743" fill="none" extrusionOk="0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4" name="Google Shape;834;p30"/>
          <p:cNvGrpSpPr/>
          <p:nvPr/>
        </p:nvGrpSpPr>
        <p:grpSpPr>
          <a:xfrm>
            <a:off x="-241900" y="488800"/>
            <a:ext cx="1375425" cy="572805"/>
            <a:chOff x="-241900" y="154825"/>
            <a:chExt cx="1375425" cy="572805"/>
          </a:xfrm>
        </p:grpSpPr>
        <p:sp>
          <p:nvSpPr>
            <p:cNvPr id="835" name="Google Shape;835;p30"/>
            <p:cNvSpPr/>
            <p:nvPr/>
          </p:nvSpPr>
          <p:spPr>
            <a:xfrm>
              <a:off x="-241900" y="201925"/>
              <a:ext cx="1272850" cy="525705"/>
            </a:xfrm>
            <a:custGeom>
              <a:avLst/>
              <a:gdLst/>
              <a:ahLst/>
              <a:cxnLst/>
              <a:rect l="l" t="t" r="r" b="b"/>
              <a:pathLst>
                <a:path w="50914" h="44075" fill="none" extrusionOk="0">
                  <a:moveTo>
                    <a:pt x="0" y="44074"/>
                  </a:moveTo>
                  <a:lnTo>
                    <a:pt x="25077" y="44074"/>
                  </a:lnTo>
                  <a:lnTo>
                    <a:pt x="25077" y="1"/>
                  </a:lnTo>
                  <a:lnTo>
                    <a:pt x="50913" y="1"/>
                  </a:lnTo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30"/>
            <p:cNvSpPr/>
            <p:nvPr/>
          </p:nvSpPr>
          <p:spPr>
            <a:xfrm>
              <a:off x="1015725" y="154825"/>
              <a:ext cx="117800" cy="118550"/>
            </a:xfrm>
            <a:custGeom>
              <a:avLst/>
              <a:gdLst/>
              <a:ahLst/>
              <a:cxnLst/>
              <a:rect l="l" t="t" r="r" b="b"/>
              <a:pathLst>
                <a:path w="4712" h="4742" fill="none" extrusionOk="0">
                  <a:moveTo>
                    <a:pt x="4712" y="2037"/>
                  </a:moveTo>
                  <a:cubicBezTo>
                    <a:pt x="4712" y="3830"/>
                    <a:pt x="2554" y="4742"/>
                    <a:pt x="1277" y="3465"/>
                  </a:cubicBezTo>
                  <a:cubicBezTo>
                    <a:pt x="0" y="2189"/>
                    <a:pt x="882" y="30"/>
                    <a:pt x="2705" y="30"/>
                  </a:cubicBezTo>
                  <a:cubicBezTo>
                    <a:pt x="3800" y="0"/>
                    <a:pt x="4712" y="912"/>
                    <a:pt x="4712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7" name="Google Shape;837;p30"/>
          <p:cNvGrpSpPr/>
          <p:nvPr/>
        </p:nvGrpSpPr>
        <p:grpSpPr>
          <a:xfrm>
            <a:off x="3995775" y="-475160"/>
            <a:ext cx="474200" cy="1505350"/>
            <a:chOff x="3995775" y="-443725"/>
            <a:chExt cx="474200" cy="1505350"/>
          </a:xfrm>
        </p:grpSpPr>
        <p:sp>
          <p:nvSpPr>
            <p:cNvPr id="838" name="Google Shape;838;p30"/>
            <p:cNvSpPr/>
            <p:nvPr/>
          </p:nvSpPr>
          <p:spPr>
            <a:xfrm>
              <a:off x="4042125" y="-443725"/>
              <a:ext cx="427850" cy="1386800"/>
            </a:xfrm>
            <a:custGeom>
              <a:avLst/>
              <a:gdLst/>
              <a:ahLst/>
              <a:cxnLst/>
              <a:rect l="l" t="t" r="r" b="b"/>
              <a:pathLst>
                <a:path w="17114" h="55472" fill="none" extrusionOk="0">
                  <a:moveTo>
                    <a:pt x="1" y="55472"/>
                  </a:moveTo>
                  <a:lnTo>
                    <a:pt x="1" y="40669"/>
                  </a:lnTo>
                  <a:lnTo>
                    <a:pt x="17114" y="40669"/>
                  </a:lnTo>
                  <a:lnTo>
                    <a:pt x="17114" y="0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30"/>
            <p:cNvSpPr/>
            <p:nvPr/>
          </p:nvSpPr>
          <p:spPr>
            <a:xfrm>
              <a:off x="3995775" y="943825"/>
              <a:ext cx="117825" cy="117800"/>
            </a:xfrm>
            <a:custGeom>
              <a:avLst/>
              <a:gdLst/>
              <a:ahLst/>
              <a:cxnLst/>
              <a:rect l="l" t="t" r="r" b="b"/>
              <a:pathLst>
                <a:path w="4713" h="4712" fill="none" extrusionOk="0">
                  <a:moveTo>
                    <a:pt x="1" y="2006"/>
                  </a:moveTo>
                  <a:cubicBezTo>
                    <a:pt x="1" y="3830"/>
                    <a:pt x="2159" y="4712"/>
                    <a:pt x="3435" y="3465"/>
                  </a:cubicBezTo>
                  <a:cubicBezTo>
                    <a:pt x="4712" y="2189"/>
                    <a:pt x="3800" y="0"/>
                    <a:pt x="2007" y="0"/>
                  </a:cubicBezTo>
                  <a:cubicBezTo>
                    <a:pt x="882" y="0"/>
                    <a:pt x="1" y="912"/>
                    <a:pt x="1" y="2006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0" name="Google Shape;840;p30"/>
          <p:cNvGrpSpPr/>
          <p:nvPr/>
        </p:nvGrpSpPr>
        <p:grpSpPr>
          <a:xfrm>
            <a:off x="4679675" y="-467301"/>
            <a:ext cx="920275" cy="1078300"/>
            <a:chOff x="4679675" y="-443725"/>
            <a:chExt cx="920275" cy="1078300"/>
          </a:xfrm>
        </p:grpSpPr>
        <p:sp>
          <p:nvSpPr>
            <p:cNvPr id="841" name="Google Shape;841;p30"/>
            <p:cNvSpPr/>
            <p:nvPr/>
          </p:nvSpPr>
          <p:spPr>
            <a:xfrm>
              <a:off x="4783025" y="-443725"/>
              <a:ext cx="816925" cy="1006875"/>
            </a:xfrm>
            <a:custGeom>
              <a:avLst/>
              <a:gdLst/>
              <a:ahLst/>
              <a:cxnLst/>
              <a:rect l="l" t="t" r="r" b="b"/>
              <a:pathLst>
                <a:path w="32677" h="40275" fill="none" extrusionOk="0">
                  <a:moveTo>
                    <a:pt x="1" y="40274"/>
                  </a:moveTo>
                  <a:lnTo>
                    <a:pt x="32676" y="40274"/>
                  </a:lnTo>
                  <a:lnTo>
                    <a:pt x="32676" y="0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30"/>
            <p:cNvSpPr/>
            <p:nvPr/>
          </p:nvSpPr>
          <p:spPr>
            <a:xfrm>
              <a:off x="4679675" y="516000"/>
              <a:ext cx="117825" cy="118575"/>
            </a:xfrm>
            <a:custGeom>
              <a:avLst/>
              <a:gdLst/>
              <a:ahLst/>
              <a:cxnLst/>
              <a:rect l="l" t="t" r="r" b="b"/>
              <a:pathLst>
                <a:path w="4713" h="4743" fill="none" extrusionOk="0">
                  <a:moveTo>
                    <a:pt x="1" y="2037"/>
                  </a:moveTo>
                  <a:cubicBezTo>
                    <a:pt x="1" y="3830"/>
                    <a:pt x="2159" y="4742"/>
                    <a:pt x="3436" y="3466"/>
                  </a:cubicBezTo>
                  <a:cubicBezTo>
                    <a:pt x="4712" y="2189"/>
                    <a:pt x="3800" y="1"/>
                    <a:pt x="2007" y="31"/>
                  </a:cubicBezTo>
                  <a:cubicBezTo>
                    <a:pt x="882" y="31"/>
                    <a:pt x="1" y="912"/>
                    <a:pt x="1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3" name="Google Shape;843;p30"/>
          <p:cNvGrpSpPr/>
          <p:nvPr/>
        </p:nvGrpSpPr>
        <p:grpSpPr>
          <a:xfrm>
            <a:off x="5173625" y="-467301"/>
            <a:ext cx="1129225" cy="1439250"/>
            <a:chOff x="5173625" y="-443725"/>
            <a:chExt cx="1129225" cy="1439250"/>
          </a:xfrm>
        </p:grpSpPr>
        <p:sp>
          <p:nvSpPr>
            <p:cNvPr id="844" name="Google Shape;844;p30"/>
            <p:cNvSpPr/>
            <p:nvPr/>
          </p:nvSpPr>
          <p:spPr>
            <a:xfrm>
              <a:off x="5219975" y="-443725"/>
              <a:ext cx="1082875" cy="1320700"/>
            </a:xfrm>
            <a:custGeom>
              <a:avLst/>
              <a:gdLst/>
              <a:ahLst/>
              <a:cxnLst/>
              <a:rect l="l" t="t" r="r" b="b"/>
              <a:pathLst>
                <a:path w="43315" h="52828" fill="none" extrusionOk="0">
                  <a:moveTo>
                    <a:pt x="0" y="52828"/>
                  </a:moveTo>
                  <a:lnTo>
                    <a:pt x="0" y="25836"/>
                  </a:lnTo>
                  <a:lnTo>
                    <a:pt x="43314" y="25836"/>
                  </a:lnTo>
                  <a:lnTo>
                    <a:pt x="43314" y="0"/>
                  </a:lnTo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30"/>
            <p:cNvSpPr/>
            <p:nvPr/>
          </p:nvSpPr>
          <p:spPr>
            <a:xfrm>
              <a:off x="5173625" y="876950"/>
              <a:ext cx="117800" cy="118575"/>
            </a:xfrm>
            <a:custGeom>
              <a:avLst/>
              <a:gdLst/>
              <a:ahLst/>
              <a:cxnLst/>
              <a:rect l="l" t="t" r="r" b="b"/>
              <a:pathLst>
                <a:path w="4712" h="4743" fill="none" extrusionOk="0">
                  <a:moveTo>
                    <a:pt x="0" y="2037"/>
                  </a:moveTo>
                  <a:cubicBezTo>
                    <a:pt x="0" y="3830"/>
                    <a:pt x="2158" y="4742"/>
                    <a:pt x="3435" y="3466"/>
                  </a:cubicBezTo>
                  <a:cubicBezTo>
                    <a:pt x="4711" y="2189"/>
                    <a:pt x="3800" y="1"/>
                    <a:pt x="2006" y="1"/>
                  </a:cubicBezTo>
                  <a:cubicBezTo>
                    <a:pt x="882" y="31"/>
                    <a:pt x="0" y="912"/>
                    <a:pt x="0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6" name="Google Shape;846;p30"/>
          <p:cNvGrpSpPr/>
          <p:nvPr/>
        </p:nvGrpSpPr>
        <p:grpSpPr>
          <a:xfrm rot="5400000" flipH="1">
            <a:off x="-766398" y="4711608"/>
            <a:ext cx="2014791" cy="719731"/>
            <a:chOff x="-85249" y="4203623"/>
            <a:chExt cx="2014791" cy="719731"/>
          </a:xfrm>
        </p:grpSpPr>
        <p:grpSp>
          <p:nvGrpSpPr>
            <p:cNvPr id="847" name="Google Shape;847;p30"/>
            <p:cNvGrpSpPr/>
            <p:nvPr/>
          </p:nvGrpSpPr>
          <p:grpSpPr>
            <a:xfrm>
              <a:off x="-85249" y="4203623"/>
              <a:ext cx="2014791" cy="469195"/>
              <a:chOff x="-35118" y="4163517"/>
              <a:chExt cx="2014791" cy="469195"/>
            </a:xfrm>
          </p:grpSpPr>
          <p:sp>
            <p:nvSpPr>
              <p:cNvPr id="848" name="Google Shape;848;p30"/>
              <p:cNvSpPr/>
              <p:nvPr/>
            </p:nvSpPr>
            <p:spPr>
              <a:xfrm rot="-5400000">
                <a:off x="712889" y="3459167"/>
                <a:ext cx="425539" cy="1921552"/>
              </a:xfrm>
              <a:custGeom>
                <a:avLst/>
                <a:gdLst/>
                <a:ahLst/>
                <a:cxnLst/>
                <a:rect l="l" t="t" r="r" b="b"/>
                <a:pathLst>
                  <a:path w="11430" h="51613" extrusionOk="0">
                    <a:moveTo>
                      <a:pt x="0" y="1"/>
                    </a:moveTo>
                    <a:lnTo>
                      <a:pt x="0" y="17995"/>
                    </a:lnTo>
                    <a:lnTo>
                      <a:pt x="31" y="18056"/>
                    </a:lnTo>
                    <a:cubicBezTo>
                      <a:pt x="61" y="18117"/>
                      <a:pt x="91" y="18147"/>
                      <a:pt x="122" y="18177"/>
                    </a:cubicBezTo>
                    <a:lnTo>
                      <a:pt x="10852" y="28877"/>
                    </a:lnTo>
                    <a:lnTo>
                      <a:pt x="10852" y="51612"/>
                    </a:lnTo>
                    <a:lnTo>
                      <a:pt x="11429" y="51612"/>
                    </a:lnTo>
                    <a:lnTo>
                      <a:pt x="11429" y="28633"/>
                    </a:lnTo>
                    <a:lnTo>
                      <a:pt x="669" y="17873"/>
                    </a:lnTo>
                    <a:lnTo>
                      <a:pt x="608" y="17813"/>
                    </a:lnTo>
                    <a:lnTo>
                      <a:pt x="608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Google Shape;849;p30"/>
              <p:cNvSpPr/>
              <p:nvPr/>
            </p:nvSpPr>
            <p:spPr>
              <a:xfrm>
                <a:off x="1861099" y="4163517"/>
                <a:ext cx="118575" cy="118575"/>
              </a:xfrm>
              <a:custGeom>
                <a:avLst/>
                <a:gdLst/>
                <a:ahLst/>
                <a:cxnLst/>
                <a:rect l="l" t="t" r="r" b="b"/>
                <a:pathLst>
                  <a:path w="4743" h="4743" fill="none" extrusionOk="0">
                    <a:moveTo>
                      <a:pt x="4742" y="2037"/>
                    </a:moveTo>
                    <a:cubicBezTo>
                      <a:pt x="4742" y="3830"/>
                      <a:pt x="2554" y="4742"/>
                      <a:pt x="1277" y="3466"/>
                    </a:cubicBezTo>
                    <a:cubicBezTo>
                      <a:pt x="1" y="2189"/>
                      <a:pt x="912" y="31"/>
                      <a:pt x="2706" y="1"/>
                    </a:cubicBezTo>
                    <a:cubicBezTo>
                      <a:pt x="3830" y="1"/>
                      <a:pt x="4742" y="912"/>
                      <a:pt x="4742" y="2037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0" name="Google Shape;850;p30"/>
            <p:cNvGrpSpPr/>
            <p:nvPr/>
          </p:nvGrpSpPr>
          <p:grpSpPr>
            <a:xfrm>
              <a:off x="-85249" y="4454155"/>
              <a:ext cx="2014791" cy="469199"/>
              <a:chOff x="-35118" y="4345992"/>
              <a:chExt cx="2014791" cy="469199"/>
            </a:xfrm>
          </p:grpSpPr>
          <p:sp>
            <p:nvSpPr>
              <p:cNvPr id="851" name="Google Shape;851;p30"/>
              <p:cNvSpPr/>
              <p:nvPr/>
            </p:nvSpPr>
            <p:spPr>
              <a:xfrm rot="-5400000">
                <a:off x="712889" y="3641646"/>
                <a:ext cx="425539" cy="1921552"/>
              </a:xfrm>
              <a:custGeom>
                <a:avLst/>
                <a:gdLst/>
                <a:ahLst/>
                <a:cxnLst/>
                <a:rect l="l" t="t" r="r" b="b"/>
                <a:pathLst>
                  <a:path w="11430" h="51613" extrusionOk="0">
                    <a:moveTo>
                      <a:pt x="0" y="1"/>
                    </a:moveTo>
                    <a:lnTo>
                      <a:pt x="0" y="17995"/>
                    </a:lnTo>
                    <a:lnTo>
                      <a:pt x="31" y="18056"/>
                    </a:lnTo>
                    <a:cubicBezTo>
                      <a:pt x="61" y="18117"/>
                      <a:pt x="91" y="18147"/>
                      <a:pt x="122" y="18177"/>
                    </a:cubicBezTo>
                    <a:lnTo>
                      <a:pt x="10852" y="28877"/>
                    </a:lnTo>
                    <a:lnTo>
                      <a:pt x="10852" y="51612"/>
                    </a:lnTo>
                    <a:lnTo>
                      <a:pt x="11429" y="51612"/>
                    </a:lnTo>
                    <a:lnTo>
                      <a:pt x="11429" y="28633"/>
                    </a:lnTo>
                    <a:lnTo>
                      <a:pt x="669" y="17873"/>
                    </a:lnTo>
                    <a:lnTo>
                      <a:pt x="608" y="17813"/>
                    </a:lnTo>
                    <a:lnTo>
                      <a:pt x="608" y="1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Google Shape;852;p30"/>
              <p:cNvSpPr/>
              <p:nvPr/>
            </p:nvSpPr>
            <p:spPr>
              <a:xfrm>
                <a:off x="1861099" y="4345992"/>
                <a:ext cx="118575" cy="118575"/>
              </a:xfrm>
              <a:custGeom>
                <a:avLst/>
                <a:gdLst/>
                <a:ahLst/>
                <a:cxnLst/>
                <a:rect l="l" t="t" r="r" b="b"/>
                <a:pathLst>
                  <a:path w="4743" h="4743" fill="none" extrusionOk="0">
                    <a:moveTo>
                      <a:pt x="4742" y="2037"/>
                    </a:moveTo>
                    <a:cubicBezTo>
                      <a:pt x="4742" y="3830"/>
                      <a:pt x="2554" y="4742"/>
                      <a:pt x="1277" y="3466"/>
                    </a:cubicBezTo>
                    <a:cubicBezTo>
                      <a:pt x="1" y="2189"/>
                      <a:pt x="912" y="31"/>
                      <a:pt x="2706" y="1"/>
                    </a:cubicBezTo>
                    <a:cubicBezTo>
                      <a:pt x="3830" y="1"/>
                      <a:pt x="4742" y="912"/>
                      <a:pt x="4742" y="2037"/>
                    </a:cubicBezTo>
                    <a:close/>
                  </a:path>
                </a:pathLst>
              </a:custGeom>
              <a:noFill/>
              <a:ln w="2857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53" name="Google Shape;853;p30"/>
          <p:cNvGrpSpPr/>
          <p:nvPr/>
        </p:nvGrpSpPr>
        <p:grpSpPr>
          <a:xfrm flipH="1">
            <a:off x="8418670" y="734101"/>
            <a:ext cx="2014791" cy="469195"/>
            <a:chOff x="-35118" y="4163517"/>
            <a:chExt cx="2014791" cy="469195"/>
          </a:xfrm>
        </p:grpSpPr>
        <p:sp>
          <p:nvSpPr>
            <p:cNvPr id="854" name="Google Shape;854;p30"/>
            <p:cNvSpPr/>
            <p:nvPr/>
          </p:nvSpPr>
          <p:spPr>
            <a:xfrm rot="-5400000">
              <a:off x="712889" y="3459167"/>
              <a:ext cx="425539" cy="1921552"/>
            </a:xfrm>
            <a:custGeom>
              <a:avLst/>
              <a:gdLst/>
              <a:ahLst/>
              <a:cxnLst/>
              <a:rect l="l" t="t" r="r" b="b"/>
              <a:pathLst>
                <a:path w="11430" h="51613" extrusionOk="0">
                  <a:moveTo>
                    <a:pt x="0" y="1"/>
                  </a:moveTo>
                  <a:lnTo>
                    <a:pt x="0" y="17995"/>
                  </a:lnTo>
                  <a:lnTo>
                    <a:pt x="31" y="18056"/>
                  </a:lnTo>
                  <a:cubicBezTo>
                    <a:pt x="61" y="18117"/>
                    <a:pt x="91" y="18147"/>
                    <a:pt x="122" y="18177"/>
                  </a:cubicBezTo>
                  <a:lnTo>
                    <a:pt x="10852" y="28877"/>
                  </a:lnTo>
                  <a:lnTo>
                    <a:pt x="10852" y="51612"/>
                  </a:lnTo>
                  <a:lnTo>
                    <a:pt x="11429" y="51612"/>
                  </a:lnTo>
                  <a:lnTo>
                    <a:pt x="11429" y="28633"/>
                  </a:lnTo>
                  <a:lnTo>
                    <a:pt x="669" y="17873"/>
                  </a:lnTo>
                  <a:lnTo>
                    <a:pt x="608" y="17813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30"/>
            <p:cNvSpPr/>
            <p:nvPr/>
          </p:nvSpPr>
          <p:spPr>
            <a:xfrm>
              <a:off x="1861099" y="4163517"/>
              <a:ext cx="118575" cy="118575"/>
            </a:xfrm>
            <a:custGeom>
              <a:avLst/>
              <a:gdLst/>
              <a:ahLst/>
              <a:cxnLst/>
              <a:rect l="l" t="t" r="r" b="b"/>
              <a:pathLst>
                <a:path w="4743" h="4743" fill="none" extrusionOk="0">
                  <a:moveTo>
                    <a:pt x="4742" y="2037"/>
                  </a:moveTo>
                  <a:cubicBezTo>
                    <a:pt x="4742" y="3830"/>
                    <a:pt x="2554" y="4742"/>
                    <a:pt x="1277" y="3466"/>
                  </a:cubicBezTo>
                  <a:cubicBezTo>
                    <a:pt x="1" y="2189"/>
                    <a:pt x="912" y="31"/>
                    <a:pt x="2706" y="1"/>
                  </a:cubicBezTo>
                  <a:cubicBezTo>
                    <a:pt x="3830" y="1"/>
                    <a:pt x="4742" y="912"/>
                    <a:pt x="4742" y="2037"/>
                  </a:cubicBezTo>
                  <a:close/>
                </a:path>
              </a:pathLst>
            </a:custGeom>
            <a:noFill/>
            <a:ln w="2857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lt1"/>
            </a:gs>
            <a:gs pos="100000">
              <a:schemeClr val="lt2"/>
            </a:gs>
          </a:gsLst>
          <a:lin ang="540001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325" y="5397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Montserrat"/>
              <a:buNone/>
              <a:defRPr sz="27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ontserrat"/>
              <a:buNone/>
              <a:defRPr sz="2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ontserrat"/>
              <a:buNone/>
              <a:defRPr sz="2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ontserrat"/>
              <a:buNone/>
              <a:defRPr sz="2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ontserrat"/>
              <a:buNone/>
              <a:defRPr sz="2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ontserrat"/>
              <a:buNone/>
              <a:defRPr sz="2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ontserrat"/>
              <a:buNone/>
              <a:defRPr sz="2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ontserrat"/>
              <a:buNone/>
              <a:defRPr sz="2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ontserrat"/>
              <a:buNone/>
              <a:defRPr sz="25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325" y="1152475"/>
            <a:ext cx="7717500" cy="34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●"/>
              <a:defRPr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○"/>
              <a:defRPr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■"/>
              <a:defRPr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●"/>
              <a:defRPr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○"/>
              <a:defRPr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■"/>
              <a:defRPr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●"/>
              <a:defRPr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○"/>
              <a:defRPr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Source Sans Pro"/>
              <a:buChar char="■"/>
              <a:defRPr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31"/>
          <p:cNvSpPr txBox="1">
            <a:spLocks noGrp="1"/>
          </p:cNvSpPr>
          <p:nvPr>
            <p:ph type="ctrTitle"/>
          </p:nvPr>
        </p:nvSpPr>
        <p:spPr>
          <a:xfrm>
            <a:off x="929225" y="1472135"/>
            <a:ext cx="5411400" cy="18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Arduino Workshop #5</a:t>
            </a:r>
            <a:endParaRPr dirty="0"/>
          </a:p>
        </p:txBody>
      </p:sp>
      <p:sp>
        <p:nvSpPr>
          <p:cNvPr id="861" name="Google Shape;861;p31"/>
          <p:cNvSpPr txBox="1">
            <a:spLocks noGrp="1"/>
          </p:cNvSpPr>
          <p:nvPr>
            <p:ph type="subTitle" idx="1"/>
          </p:nvPr>
        </p:nvSpPr>
        <p:spPr>
          <a:xfrm>
            <a:off x="929213" y="3288800"/>
            <a:ext cx="50055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Shift Registers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2F73178-2745-3341-EEBC-C4C7678663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27628" b="27628"/>
          <a:stretch/>
        </p:blipFill>
        <p:spPr>
          <a:xfrm>
            <a:off x="1233265" y="548640"/>
            <a:ext cx="5705103" cy="34482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012A6D0-56EB-49EE-AC70-0F1B9B2ED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9327" y="522416"/>
            <a:ext cx="5601656" cy="616800"/>
          </a:xfrm>
        </p:spPr>
        <p:txBody>
          <a:bodyPr/>
          <a:lstStyle/>
          <a:p>
            <a:r>
              <a:rPr lang="en-US" dirty="0"/>
              <a:t>PowerPoint and Code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CE4C0B2-E775-4300-9C1C-B204E2F812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23017" y="4186964"/>
            <a:ext cx="4125600" cy="419700"/>
          </a:xfrm>
        </p:spPr>
        <p:txBody>
          <a:bodyPr/>
          <a:lstStyle/>
          <a:p>
            <a:r>
              <a:rPr lang="en-US" dirty="0"/>
              <a:t>Click the GREEN code button and download the ZIP folder. </a:t>
            </a:r>
            <a:r>
              <a:rPr lang="en-US" b="1" dirty="0">
                <a:highlight>
                  <a:srgbClr val="FF0000"/>
                </a:highlight>
              </a:rPr>
              <a:t>BE SURE TO UNZIP THIS FOLDER</a:t>
            </a:r>
            <a:r>
              <a:rPr lang="en-US" dirty="0"/>
              <a:t>.</a:t>
            </a:r>
          </a:p>
        </p:txBody>
      </p:sp>
      <p:sp>
        <p:nvSpPr>
          <p:cNvPr id="7" name="Subtitle 3">
            <a:extLst>
              <a:ext uri="{FF2B5EF4-FFF2-40B4-BE49-F238E27FC236}">
                <a16:creationId xmlns:a16="http://schemas.microsoft.com/office/drawing/2014/main" id="{613D3C9A-8239-42D6-B021-1869D97AC86F}"/>
              </a:ext>
            </a:extLst>
          </p:cNvPr>
          <p:cNvSpPr txBox="1">
            <a:spLocks/>
          </p:cNvSpPr>
          <p:nvPr/>
        </p:nvSpPr>
        <p:spPr>
          <a:xfrm>
            <a:off x="2323463" y="2925991"/>
            <a:ext cx="4125600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None/>
              <a:defRPr sz="1867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None/>
              <a:defRPr sz="1867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None/>
              <a:defRPr sz="1867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None/>
              <a:defRPr sz="1867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None/>
              <a:defRPr sz="1867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None/>
              <a:defRPr sz="1867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None/>
              <a:defRPr sz="1867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None/>
              <a:defRPr sz="1867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17500" algn="ctr" rtl="0" eaLnBrk="1" hangingPunct="1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dk2"/>
              </a:buClr>
              <a:buSzPts val="1400"/>
              <a:buFont typeface="Source Sans Pro"/>
              <a:buNone/>
              <a:defRPr sz="1867" b="0" i="0" u="none" strike="noStrike" cap="none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 lang="en-US" sz="1400" dirty="0"/>
          </a:p>
        </p:txBody>
      </p:sp>
      <p:sp>
        <p:nvSpPr>
          <p:cNvPr id="6" name="Arrow: Left 5">
            <a:extLst>
              <a:ext uri="{FF2B5EF4-FFF2-40B4-BE49-F238E27FC236}">
                <a16:creationId xmlns:a16="http://schemas.microsoft.com/office/drawing/2014/main" id="{6D899555-A106-86FA-A9E1-406B1A0AE87C}"/>
              </a:ext>
            </a:extLst>
          </p:cNvPr>
          <p:cNvSpPr/>
          <p:nvPr/>
        </p:nvSpPr>
        <p:spPr>
          <a:xfrm rot="2145113">
            <a:off x="6768477" y="2321128"/>
            <a:ext cx="1065008" cy="501247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8" name="Arrow: Left 7">
            <a:extLst>
              <a:ext uri="{FF2B5EF4-FFF2-40B4-BE49-F238E27FC236}">
                <a16:creationId xmlns:a16="http://schemas.microsoft.com/office/drawing/2014/main" id="{02801402-ABCC-20B1-00A8-ECB602B49851}"/>
              </a:ext>
            </a:extLst>
          </p:cNvPr>
          <p:cNvSpPr/>
          <p:nvPr/>
        </p:nvSpPr>
        <p:spPr>
          <a:xfrm rot="2145113">
            <a:off x="6009889" y="3433842"/>
            <a:ext cx="1065008" cy="501247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</p:spTree>
    <p:extLst>
      <p:ext uri="{BB962C8B-B14F-4D97-AF65-F5344CB8AC3E}">
        <p14:creationId xmlns:p14="http://schemas.microsoft.com/office/powerpoint/2010/main" val="1031279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9D7BB-91A1-6F79-29FD-DE43C6F0B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57" descr="A group of electrical components&#10;&#10;AI-generated content may be incorrect.">
            <a:extLst>
              <a:ext uri="{FF2B5EF4-FFF2-40B4-BE49-F238E27FC236}">
                <a16:creationId xmlns:a16="http://schemas.microsoft.com/office/drawing/2014/main" id="{81B07C78-F50E-337E-D78A-59CE86026D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01" t="4400" r="11205" b="2576"/>
          <a:stretch/>
        </p:blipFill>
        <p:spPr>
          <a:xfrm rot="16200000">
            <a:off x="2605344" y="1342306"/>
            <a:ext cx="4077203" cy="3307919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9E905A90-401A-581D-61F3-F09AEA0C7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-8699839" y="798408"/>
            <a:ext cx="6459728" cy="48503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2A150A8-FD51-4350-7AEF-59E6E3B8A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1518" y="110224"/>
            <a:ext cx="5601656" cy="616800"/>
          </a:xfrm>
        </p:spPr>
        <p:txBody>
          <a:bodyPr/>
          <a:lstStyle/>
          <a:p>
            <a:r>
              <a:rPr lang="en-US" dirty="0"/>
              <a:t>Parts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817097-EA6B-ECCF-7521-11011EC8D028}"/>
              </a:ext>
            </a:extLst>
          </p:cNvPr>
          <p:cNvSpPr txBox="1"/>
          <p:nvPr/>
        </p:nvSpPr>
        <p:spPr>
          <a:xfrm>
            <a:off x="1806271" y="1207566"/>
            <a:ext cx="9428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USB Cable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CA4316-613E-B35D-5C2E-B8FAA9321A0B}"/>
              </a:ext>
            </a:extLst>
          </p:cNvPr>
          <p:cNvSpPr txBox="1"/>
          <p:nvPr/>
        </p:nvSpPr>
        <p:spPr>
          <a:xfrm>
            <a:off x="1806270" y="1826607"/>
            <a:ext cx="7777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8 - 220Ω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C7D814-BCD7-D01D-EF04-31E9C0FDE0D4}"/>
              </a:ext>
            </a:extLst>
          </p:cNvPr>
          <p:cNvSpPr txBox="1"/>
          <p:nvPr/>
        </p:nvSpPr>
        <p:spPr>
          <a:xfrm>
            <a:off x="564941" y="2461893"/>
            <a:ext cx="21531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74HC595 Shift Register Chip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C98156-4EC4-F12A-6AE3-9971AAAE99C6}"/>
              </a:ext>
            </a:extLst>
          </p:cNvPr>
          <p:cNvSpPr txBox="1"/>
          <p:nvPr/>
        </p:nvSpPr>
        <p:spPr>
          <a:xfrm>
            <a:off x="875272" y="3106897"/>
            <a:ext cx="19078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Sharp IR distance sensor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174F33-9693-3F3E-5202-24DD8685E2D4}"/>
              </a:ext>
            </a:extLst>
          </p:cNvPr>
          <p:cNvSpPr txBox="1"/>
          <p:nvPr/>
        </p:nvSpPr>
        <p:spPr>
          <a:xfrm>
            <a:off x="682262" y="3907112"/>
            <a:ext cx="21114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3 long male to male jumpers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D578DF-4754-E318-3ECA-84E098D4D5D1}"/>
              </a:ext>
            </a:extLst>
          </p:cNvPr>
          <p:cNvSpPr txBox="1"/>
          <p:nvPr/>
        </p:nvSpPr>
        <p:spPr>
          <a:xfrm>
            <a:off x="313270" y="4287205"/>
            <a:ext cx="26564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9 (7 + 2) short male to male jumpers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64D64E-B603-40C3-6CA0-EB2586F2A58E}"/>
              </a:ext>
            </a:extLst>
          </p:cNvPr>
          <p:cNvSpPr txBox="1"/>
          <p:nvPr/>
        </p:nvSpPr>
        <p:spPr>
          <a:xfrm>
            <a:off x="6380052" y="1309336"/>
            <a:ext cx="10358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Arduino Uno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A665D3-1F81-198C-3958-E08752FB8869}"/>
              </a:ext>
            </a:extLst>
          </p:cNvPr>
          <p:cNvSpPr txBox="1"/>
          <p:nvPr/>
        </p:nvSpPr>
        <p:spPr>
          <a:xfrm>
            <a:off x="6394843" y="1785792"/>
            <a:ext cx="12170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8 – RED LED’s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406F58-D4B9-1D42-3D66-F85F5DEE9B5E}"/>
              </a:ext>
            </a:extLst>
          </p:cNvPr>
          <p:cNvSpPr txBox="1"/>
          <p:nvPr/>
        </p:nvSpPr>
        <p:spPr>
          <a:xfrm>
            <a:off x="6394841" y="2123748"/>
            <a:ext cx="13195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4 – Green LED’s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028395-1856-FFD2-AE7E-BFFD16E950F9}"/>
              </a:ext>
            </a:extLst>
          </p:cNvPr>
          <p:cNvSpPr txBox="1"/>
          <p:nvPr/>
        </p:nvSpPr>
        <p:spPr>
          <a:xfrm>
            <a:off x="6394841" y="2417761"/>
            <a:ext cx="13436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3 – Yellow LED’s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F534A8-8300-F6F0-D4BE-28BB93BB7B18}"/>
              </a:ext>
            </a:extLst>
          </p:cNvPr>
          <p:cNvSpPr txBox="1"/>
          <p:nvPr/>
        </p:nvSpPr>
        <p:spPr>
          <a:xfrm>
            <a:off x="6380052" y="2803711"/>
            <a:ext cx="13949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Ultrasonic Sensor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2E1FBE-8D96-FF51-2527-4ADB83E4A9DD}"/>
              </a:ext>
            </a:extLst>
          </p:cNvPr>
          <p:cNvSpPr txBox="1"/>
          <p:nvPr/>
        </p:nvSpPr>
        <p:spPr>
          <a:xfrm>
            <a:off x="6367751" y="3103820"/>
            <a:ext cx="27414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10 – brown breadboard wires (10mm)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593CCF7-5716-410D-FFC7-A24CD7D094ED}"/>
              </a:ext>
            </a:extLst>
          </p:cNvPr>
          <p:cNvSpPr txBox="1"/>
          <p:nvPr/>
        </p:nvSpPr>
        <p:spPr>
          <a:xfrm>
            <a:off x="6394841" y="3618123"/>
            <a:ext cx="18886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1 – gray breadboard wire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648867B-BCB5-3130-6B80-3FDAB8ACC11B}"/>
              </a:ext>
            </a:extLst>
          </p:cNvPr>
          <p:cNvSpPr txBox="1"/>
          <p:nvPr/>
        </p:nvSpPr>
        <p:spPr>
          <a:xfrm>
            <a:off x="6388753" y="3817440"/>
            <a:ext cx="20152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1 – yellow breadboard wire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47763EA-F481-BDC5-B0D5-C0CC4417E7E0}"/>
              </a:ext>
            </a:extLst>
          </p:cNvPr>
          <p:cNvSpPr txBox="1"/>
          <p:nvPr/>
        </p:nvSpPr>
        <p:spPr>
          <a:xfrm>
            <a:off x="6398767" y="4022512"/>
            <a:ext cx="25458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1 – gray breadboard wire (125mm)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4425AB3-6C1B-C8E5-9877-23C63CB7792D}"/>
              </a:ext>
            </a:extLst>
          </p:cNvPr>
          <p:cNvCxnSpPr>
            <a:stCxn id="9" idx="3"/>
          </p:cNvCxnSpPr>
          <p:nvPr/>
        </p:nvCxnSpPr>
        <p:spPr>
          <a:xfrm flipV="1">
            <a:off x="2749158" y="1346065"/>
            <a:ext cx="796760" cy="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6EF8AF6-1D6A-0EFE-4E1F-D4AE78336134}"/>
              </a:ext>
            </a:extLst>
          </p:cNvPr>
          <p:cNvCxnSpPr>
            <a:stCxn id="10" idx="3"/>
          </p:cNvCxnSpPr>
          <p:nvPr/>
        </p:nvCxnSpPr>
        <p:spPr>
          <a:xfrm>
            <a:off x="2584047" y="1965107"/>
            <a:ext cx="731526" cy="22309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1BA41FB-EF7F-3AE5-DE7D-307ECDC38329}"/>
              </a:ext>
            </a:extLst>
          </p:cNvPr>
          <p:cNvCxnSpPr/>
          <p:nvPr/>
        </p:nvCxnSpPr>
        <p:spPr>
          <a:xfrm>
            <a:off x="2783167" y="2583681"/>
            <a:ext cx="1425865" cy="85058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30D907F-D930-DDA6-0899-89FCA323778D}"/>
              </a:ext>
            </a:extLst>
          </p:cNvPr>
          <p:cNvCxnSpPr>
            <a:stCxn id="12" idx="3"/>
          </p:cNvCxnSpPr>
          <p:nvPr/>
        </p:nvCxnSpPr>
        <p:spPr>
          <a:xfrm flipV="1">
            <a:off x="2783167" y="3012821"/>
            <a:ext cx="420723" cy="232576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53C951A-867F-2A3A-2DFB-2CECD4D74745}"/>
              </a:ext>
            </a:extLst>
          </p:cNvPr>
          <p:cNvCxnSpPr/>
          <p:nvPr/>
        </p:nvCxnSpPr>
        <p:spPr>
          <a:xfrm flipV="1">
            <a:off x="2853859" y="4022512"/>
            <a:ext cx="999185" cy="17846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87181A9-DCCD-BDD4-8CD5-ED478DACF120}"/>
              </a:ext>
            </a:extLst>
          </p:cNvPr>
          <p:cNvCxnSpPr/>
          <p:nvPr/>
        </p:nvCxnSpPr>
        <p:spPr>
          <a:xfrm>
            <a:off x="2969766" y="4425704"/>
            <a:ext cx="576152" cy="24159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166FB62-3990-E026-7732-31F26F1A99C2}"/>
              </a:ext>
            </a:extLst>
          </p:cNvPr>
          <p:cNvCxnSpPr>
            <a:stCxn id="15" idx="1"/>
          </p:cNvCxnSpPr>
          <p:nvPr/>
        </p:nvCxnSpPr>
        <p:spPr>
          <a:xfrm flipH="1">
            <a:off x="4941948" y="1447836"/>
            <a:ext cx="1438104" cy="29371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7420735-8EF2-3CD8-F7A4-B2112E5A048E}"/>
              </a:ext>
            </a:extLst>
          </p:cNvPr>
          <p:cNvCxnSpPr>
            <a:stCxn id="16" idx="1"/>
          </p:cNvCxnSpPr>
          <p:nvPr/>
        </p:nvCxnSpPr>
        <p:spPr>
          <a:xfrm flipH="1">
            <a:off x="5884269" y="1924292"/>
            <a:ext cx="510574" cy="20108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D337024-2F4A-B629-C8BF-603DA0229B14}"/>
              </a:ext>
            </a:extLst>
          </p:cNvPr>
          <p:cNvCxnSpPr>
            <a:stCxn id="17" idx="1"/>
          </p:cNvCxnSpPr>
          <p:nvPr/>
        </p:nvCxnSpPr>
        <p:spPr>
          <a:xfrm flipH="1">
            <a:off x="5577142" y="2262248"/>
            <a:ext cx="817699" cy="8108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58624AD-4007-7F9A-F8DF-9D9EF38717F3}"/>
              </a:ext>
            </a:extLst>
          </p:cNvPr>
          <p:cNvCxnSpPr>
            <a:stCxn id="18" idx="1"/>
          </p:cNvCxnSpPr>
          <p:nvPr/>
        </p:nvCxnSpPr>
        <p:spPr>
          <a:xfrm flipH="1" flipV="1">
            <a:off x="5570162" y="2541000"/>
            <a:ext cx="824679" cy="1526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8F9A3F1-4A76-E747-E9FD-3B39566ED11A}"/>
              </a:ext>
            </a:extLst>
          </p:cNvPr>
          <p:cNvCxnSpPr>
            <a:cxnSpLocks/>
          </p:cNvCxnSpPr>
          <p:nvPr/>
        </p:nvCxnSpPr>
        <p:spPr>
          <a:xfrm flipH="1" flipV="1">
            <a:off x="5765606" y="2921445"/>
            <a:ext cx="543754" cy="4635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EF846F7-FDC4-2218-B380-F1147D652541}"/>
              </a:ext>
            </a:extLst>
          </p:cNvPr>
          <p:cNvCxnSpPr>
            <a:cxnSpLocks/>
            <a:stCxn id="20" idx="1"/>
          </p:cNvCxnSpPr>
          <p:nvPr/>
        </p:nvCxnSpPr>
        <p:spPr>
          <a:xfrm flipH="1">
            <a:off x="5982501" y="3242320"/>
            <a:ext cx="385250" cy="15255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1BC087F-FA88-5918-A02B-8468D0AAA477}"/>
              </a:ext>
            </a:extLst>
          </p:cNvPr>
          <p:cNvCxnSpPr>
            <a:stCxn id="21" idx="1"/>
          </p:cNvCxnSpPr>
          <p:nvPr/>
        </p:nvCxnSpPr>
        <p:spPr>
          <a:xfrm flipH="1" flipV="1">
            <a:off x="5765606" y="3756622"/>
            <a:ext cx="629235" cy="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8A0EA79-9267-872B-B2BF-71E57319E838}"/>
              </a:ext>
            </a:extLst>
          </p:cNvPr>
          <p:cNvCxnSpPr>
            <a:stCxn id="22" idx="1"/>
          </p:cNvCxnSpPr>
          <p:nvPr/>
        </p:nvCxnSpPr>
        <p:spPr>
          <a:xfrm flipH="1" flipV="1">
            <a:off x="5884269" y="3863731"/>
            <a:ext cx="504484" cy="92209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51375B2A-A373-2265-DE20-0DF9C08F5832}"/>
              </a:ext>
            </a:extLst>
          </p:cNvPr>
          <p:cNvCxnSpPr>
            <a:stCxn id="23" idx="1"/>
          </p:cNvCxnSpPr>
          <p:nvPr/>
        </p:nvCxnSpPr>
        <p:spPr>
          <a:xfrm flipH="1" flipV="1">
            <a:off x="5982501" y="4040358"/>
            <a:ext cx="416266" cy="12065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6075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32"/>
          <p:cNvSpPr txBox="1">
            <a:spLocks noGrp="1"/>
          </p:cNvSpPr>
          <p:nvPr>
            <p:ph type="title"/>
          </p:nvPr>
        </p:nvSpPr>
        <p:spPr>
          <a:xfrm>
            <a:off x="720000" y="539700"/>
            <a:ext cx="7704000" cy="47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Looking at the 74HC595 Shift register pin-out diagram </a:t>
            </a:r>
            <a:endParaRPr/>
          </a:p>
        </p:txBody>
      </p:sp>
      <p:sp>
        <p:nvSpPr>
          <p:cNvPr id="867" name="Google Shape;867;p32"/>
          <p:cNvSpPr txBox="1">
            <a:spLocks noGrp="1"/>
          </p:cNvSpPr>
          <p:nvPr>
            <p:ph type="body" idx="1"/>
          </p:nvPr>
        </p:nvSpPr>
        <p:spPr>
          <a:xfrm>
            <a:off x="4631225" y="1187400"/>
            <a:ext cx="3852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457200" lvl="0" indent="-328453" algn="l" rtl="0">
              <a:spcBef>
                <a:spcPts val="0"/>
              </a:spcBef>
              <a:spcAft>
                <a:spcPts val="0"/>
              </a:spcAft>
              <a:buSzPct val="113333"/>
              <a:buChar char="●"/>
            </a:pPr>
            <a:r>
              <a:rPr lang="en" dirty="0"/>
              <a:t>Pins Q</a:t>
            </a:r>
            <a:r>
              <a:rPr lang="en" baseline="-25000" dirty="0"/>
              <a:t>A</a:t>
            </a:r>
            <a:r>
              <a:rPr lang="en" dirty="0"/>
              <a:t> to Q</a:t>
            </a:r>
            <a:r>
              <a:rPr lang="en" baseline="-25000" dirty="0"/>
              <a:t>H</a:t>
            </a:r>
            <a:endParaRPr dirty="0"/>
          </a:p>
          <a:p>
            <a:pPr marL="914400" lvl="1" indent="-310832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dirty="0"/>
              <a:t>The eight parallel outputs of the shift register</a:t>
            </a:r>
            <a:endParaRPr dirty="0"/>
          </a:p>
          <a:p>
            <a:pPr marL="457200" lvl="0" indent="-328453" algn="l" rtl="0">
              <a:spcBef>
                <a:spcPts val="0"/>
              </a:spcBef>
              <a:spcAft>
                <a:spcPts val="0"/>
              </a:spcAft>
              <a:buSzPct val="113333"/>
              <a:buChar char="●"/>
            </a:pPr>
            <a:r>
              <a:rPr lang="en" dirty="0"/>
              <a:t>VCC</a:t>
            </a:r>
            <a:endParaRPr dirty="0"/>
          </a:p>
          <a:p>
            <a:pPr marL="914400" lvl="1" indent="-310832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dirty="0"/>
              <a:t>Connect to 5 V</a:t>
            </a:r>
            <a:endParaRPr dirty="0"/>
          </a:p>
          <a:p>
            <a:pPr marL="457200" lvl="0" indent="-328453" algn="l" rtl="0">
              <a:spcBef>
                <a:spcPts val="0"/>
              </a:spcBef>
              <a:spcAft>
                <a:spcPts val="0"/>
              </a:spcAft>
              <a:buSzPct val="113333"/>
              <a:buChar char="●"/>
            </a:pPr>
            <a:r>
              <a:rPr lang="en" dirty="0"/>
              <a:t>GND</a:t>
            </a:r>
            <a:endParaRPr dirty="0"/>
          </a:p>
          <a:p>
            <a:pPr marL="914400" lvl="1" indent="-310832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dirty="0"/>
              <a:t>Shared ground with the arduino</a:t>
            </a:r>
            <a:endParaRPr dirty="0"/>
          </a:p>
          <a:p>
            <a:pPr marL="457200" lvl="0" indent="-328453" algn="l" rtl="0">
              <a:spcBef>
                <a:spcPts val="0"/>
              </a:spcBef>
              <a:spcAft>
                <a:spcPts val="0"/>
              </a:spcAft>
              <a:buSzPct val="113333"/>
              <a:buChar char="●"/>
            </a:pPr>
            <a:r>
              <a:rPr lang="en" dirty="0"/>
              <a:t>SER</a:t>
            </a:r>
            <a:endParaRPr dirty="0"/>
          </a:p>
          <a:p>
            <a:pPr marL="914400" lvl="1" indent="-310832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dirty="0"/>
              <a:t>Where we will feed 8 sequential bits to set the value of the parallel out puts</a:t>
            </a:r>
            <a:endParaRPr dirty="0"/>
          </a:p>
          <a:p>
            <a:pPr marL="457200" lvl="0" indent="-328453" algn="l" rtl="0">
              <a:spcBef>
                <a:spcPts val="0"/>
              </a:spcBef>
              <a:spcAft>
                <a:spcPts val="0"/>
              </a:spcAft>
              <a:buSzPct val="113333"/>
              <a:buChar char="●"/>
            </a:pPr>
            <a:r>
              <a:rPr lang="en" dirty="0"/>
              <a:t>SRCLK</a:t>
            </a:r>
            <a:endParaRPr dirty="0"/>
          </a:p>
          <a:p>
            <a:pPr marL="914400" lvl="1" indent="-310832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dirty="0"/>
              <a:t>Clock pin</a:t>
            </a:r>
            <a:endParaRPr dirty="0"/>
          </a:p>
          <a:p>
            <a:pPr marL="1371600" lvl="2" indent="-304958" algn="l" rtl="0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 dirty="0"/>
              <a:t>Every time this is high the value shifts by 1 bit</a:t>
            </a:r>
            <a:endParaRPr dirty="0"/>
          </a:p>
          <a:p>
            <a:pPr marL="1371600" lvl="2" indent="-304958" algn="l" rtl="0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 dirty="0"/>
              <a:t>8 pulses will pull all the data we are sending</a:t>
            </a:r>
            <a:endParaRPr dirty="0"/>
          </a:p>
          <a:p>
            <a:pPr marL="457200" lvl="0" indent="-328453" algn="l" rtl="0">
              <a:spcBef>
                <a:spcPts val="0"/>
              </a:spcBef>
              <a:spcAft>
                <a:spcPts val="0"/>
              </a:spcAft>
              <a:buSzPct val="113333"/>
              <a:buChar char="●"/>
            </a:pPr>
            <a:r>
              <a:rPr lang="en" dirty="0"/>
              <a:t>RCLK</a:t>
            </a:r>
            <a:endParaRPr dirty="0"/>
          </a:p>
          <a:p>
            <a:pPr marL="914400" lvl="1" indent="-310832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dirty="0"/>
              <a:t>Latch pin (register clock pin)</a:t>
            </a:r>
            <a:endParaRPr dirty="0"/>
          </a:p>
          <a:p>
            <a:pPr marL="1371600" lvl="2" indent="-304958" algn="l" rtl="0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 dirty="0"/>
              <a:t>Allows to sequentially shift data</a:t>
            </a:r>
            <a:endParaRPr dirty="0"/>
          </a:p>
        </p:txBody>
      </p:sp>
      <p:pic>
        <p:nvPicPr>
          <p:cNvPr id="868" name="Google Shape;868;p32"/>
          <p:cNvPicPr preferRelativeResize="0"/>
          <p:nvPr/>
        </p:nvPicPr>
        <p:blipFill rotWithShape="1">
          <a:blip r:embed="rId3">
            <a:alphaModFix/>
          </a:blip>
          <a:srcRect t="10329"/>
          <a:stretch/>
        </p:blipFill>
        <p:spPr>
          <a:xfrm>
            <a:off x="1083775" y="1187400"/>
            <a:ext cx="3425564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33"/>
          <p:cNvSpPr txBox="1">
            <a:spLocks noGrp="1"/>
          </p:cNvSpPr>
          <p:nvPr>
            <p:ph type="title"/>
          </p:nvPr>
        </p:nvSpPr>
        <p:spPr>
          <a:xfrm>
            <a:off x="720000" y="539700"/>
            <a:ext cx="7704000" cy="47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it works</a:t>
            </a:r>
            <a:endParaRPr/>
          </a:p>
        </p:txBody>
      </p:sp>
      <p:pic>
        <p:nvPicPr>
          <p:cNvPr id="874" name="Google Shape;87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8089" y="65809"/>
            <a:ext cx="4185911" cy="501188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7814346-C490-47F7-89F9-AD0866466072}"/>
              </a:ext>
            </a:extLst>
          </p:cNvPr>
          <p:cNvSpPr txBox="1"/>
          <p:nvPr/>
        </p:nvSpPr>
        <p:spPr>
          <a:xfrm>
            <a:off x="665018" y="1600200"/>
            <a:ext cx="22637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Send in a serial 10101010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34"/>
          <p:cNvSpPr txBox="1">
            <a:spLocks noGrp="1"/>
          </p:cNvSpPr>
          <p:nvPr>
            <p:ph type="title"/>
          </p:nvPr>
        </p:nvSpPr>
        <p:spPr>
          <a:xfrm>
            <a:off x="720000" y="539700"/>
            <a:ext cx="7704000" cy="47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Let's look at the new Arduino code</a:t>
            </a:r>
            <a:endParaRPr dirty="0"/>
          </a:p>
        </p:txBody>
      </p:sp>
      <p:sp>
        <p:nvSpPr>
          <p:cNvPr id="880" name="Google Shape;880;p34"/>
          <p:cNvSpPr txBox="1">
            <a:spLocks noGrp="1"/>
          </p:cNvSpPr>
          <p:nvPr>
            <p:ph type="body" idx="1"/>
          </p:nvPr>
        </p:nvSpPr>
        <p:spPr>
          <a:xfrm>
            <a:off x="720000" y="1187400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Conveniently, Arduino has a built in shift function</a:t>
            </a:r>
            <a:r>
              <a:rPr lang="en-US" dirty="0"/>
              <a:t> “ </a:t>
            </a:r>
            <a:r>
              <a:rPr lang="en-US" dirty="0" err="1"/>
              <a:t>shiftOut</a:t>
            </a:r>
            <a:r>
              <a:rPr lang="en-US" dirty="0"/>
              <a:t>()”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It accepts 4 parameters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dirty="0"/>
              <a:t>Data pin number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dirty="0"/>
              <a:t>Clock pin number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dirty="0"/>
              <a:t>Bit order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dirty="0"/>
              <a:t>The value to shift out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If for example you want to shift out the alternating pattern shown previously you would write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>
                <a:solidFill>
                  <a:srgbClr val="FFC000"/>
                </a:solidFill>
              </a:rPr>
              <a:t>shiftOut</a:t>
            </a:r>
            <a:r>
              <a:rPr lang="en" dirty="0">
                <a:solidFill>
                  <a:srgbClr val="FFC000"/>
                </a:solidFill>
              </a:rPr>
              <a:t>(DATA, CLOCK,MSBFIRST, B10101010);</a:t>
            </a:r>
            <a:endParaRPr dirty="0">
              <a:solidFill>
                <a:srgbClr val="FFC000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dirty="0"/>
              <a:t>Data and clock are set to the pin number for those lines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dirty="0"/>
              <a:t>MSBFIRST indicates the most significant bit (leftmost) is sent first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dirty="0"/>
              <a:t>B in the last parameter tells the Arduino IDE to interpret as binary rather than a decimal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48EAD-9A14-57D5-BA66-547F685F0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6819C-405C-FE58-7ED9-E9CAFA4BD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6884" y="117048"/>
            <a:ext cx="5601656" cy="616800"/>
          </a:xfrm>
        </p:spPr>
        <p:txBody>
          <a:bodyPr/>
          <a:lstStyle/>
          <a:p>
            <a:r>
              <a:rPr lang="en-US" dirty="0"/>
              <a:t>Breadboard Layout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8F40A9E-D2A0-02B2-3C49-F0D68D16CD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957" y="1751869"/>
            <a:ext cx="2663727" cy="419700"/>
          </a:xfrm>
        </p:spPr>
        <p:txBody>
          <a:bodyPr/>
          <a:lstStyle/>
          <a:p>
            <a:r>
              <a:rPr lang="en-US" dirty="0"/>
              <a:t>Your finished Breadboard should look like this one.</a:t>
            </a:r>
          </a:p>
          <a:p>
            <a:endParaRPr lang="en-US" dirty="0"/>
          </a:p>
          <a:p>
            <a:r>
              <a:rPr lang="en-US" dirty="0"/>
              <a:t>The diagram is on the next slide for a better view.</a:t>
            </a:r>
          </a:p>
        </p:txBody>
      </p:sp>
      <p:pic>
        <p:nvPicPr>
          <p:cNvPr id="8" name="Picture 7" descr="A circuit board with wires connected to it&#10;&#10;AI-generated content may be incorrect.">
            <a:extLst>
              <a:ext uri="{FF2B5EF4-FFF2-40B4-BE49-F238E27FC236}">
                <a16:creationId xmlns:a16="http://schemas.microsoft.com/office/drawing/2014/main" id="{35D72889-75DD-4192-45E1-CC728F1B52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100" r="2926" b="25120"/>
          <a:stretch/>
        </p:blipFill>
        <p:spPr>
          <a:xfrm rot="16200000">
            <a:off x="2516860" y="1431412"/>
            <a:ext cx="4400022" cy="300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841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35"/>
          <p:cNvSpPr txBox="1">
            <a:spLocks noGrp="1"/>
          </p:cNvSpPr>
          <p:nvPr>
            <p:ph type="title"/>
          </p:nvPr>
        </p:nvSpPr>
        <p:spPr>
          <a:xfrm>
            <a:off x="720000" y="539700"/>
            <a:ext cx="7704000" cy="47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Lets wire it up</a:t>
            </a:r>
            <a:endParaRPr dirty="0"/>
          </a:p>
        </p:txBody>
      </p:sp>
      <p:sp>
        <p:nvSpPr>
          <p:cNvPr id="886" name="Google Shape;886;p35"/>
          <p:cNvSpPr txBox="1">
            <a:spLocks noGrp="1"/>
          </p:cNvSpPr>
          <p:nvPr>
            <p:ph type="body" idx="1"/>
          </p:nvPr>
        </p:nvSpPr>
        <p:spPr>
          <a:xfrm>
            <a:off x="580571" y="1238200"/>
            <a:ext cx="3852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dirty="0"/>
              <a:t>Data is pin 8 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dirty="0"/>
              <a:t>Latch is pin 9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dirty="0"/>
              <a:t>Clock is pin 10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dirty="0"/>
              <a:t>Flat side of LED is the negative cathode. Cathode is on the left.</a:t>
            </a: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dirty="0"/>
              <a:t>Pin 1 of the shift register is in column 1 row E of the breadboard.</a:t>
            </a: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dirty="0"/>
              <a:t>Be Exact with placement.</a:t>
            </a:r>
            <a:endParaRPr dirty="0"/>
          </a:p>
        </p:txBody>
      </p:sp>
      <p:pic>
        <p:nvPicPr>
          <p:cNvPr id="9" name="Picture 8" descr="A circuit board with wires and wires&#10;&#10;AI-generated content may be incorrect.">
            <a:extLst>
              <a:ext uri="{FF2B5EF4-FFF2-40B4-BE49-F238E27FC236}">
                <a16:creationId xmlns:a16="http://schemas.microsoft.com/office/drawing/2014/main" id="{3B0AE5E5-8178-AC01-71CA-DDFE3BC3BF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3217" y="0"/>
            <a:ext cx="4018567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36"/>
          <p:cNvSpPr txBox="1">
            <a:spLocks noGrp="1"/>
          </p:cNvSpPr>
          <p:nvPr>
            <p:ph type="title"/>
          </p:nvPr>
        </p:nvSpPr>
        <p:spPr>
          <a:xfrm>
            <a:off x="720000" y="539700"/>
            <a:ext cx="7704000" cy="47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Upload alternate.ino</a:t>
            </a:r>
            <a:endParaRPr dirty="0"/>
          </a:p>
        </p:txBody>
      </p:sp>
      <p:sp>
        <p:nvSpPr>
          <p:cNvPr id="893" name="Google Shape;893;p36"/>
          <p:cNvSpPr txBox="1">
            <a:spLocks noGrp="1"/>
          </p:cNvSpPr>
          <p:nvPr>
            <p:ph type="body" idx="1"/>
          </p:nvPr>
        </p:nvSpPr>
        <p:spPr>
          <a:xfrm>
            <a:off x="355300" y="1187400"/>
            <a:ext cx="4086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Because the shift register will latch the values, you only need to send them one time in the setup section of the code.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dirty="0"/>
              <a:t>This program follows the flow chart shown earlier</a:t>
            </a:r>
            <a:endParaRPr dirty="0"/>
          </a:p>
          <a:p>
            <a:pPr marL="457200" lvl="0" indent="-336550" algn="l" rtl="0">
              <a:spcBef>
                <a:spcPts val="1600"/>
              </a:spcBef>
              <a:spcAft>
                <a:spcPts val="0"/>
              </a:spcAft>
              <a:buSzPts val="1700"/>
              <a:buChar char="●"/>
            </a:pPr>
            <a:r>
              <a:rPr lang="en" dirty="0"/>
              <a:t>Latch pin is set low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dirty="0"/>
              <a:t>8 bits of data shifted in (using </a:t>
            </a:r>
            <a:r>
              <a:rPr lang="en" i="1" dirty="0"/>
              <a:t>shiftOut()</a:t>
            </a:r>
            <a:r>
              <a:rPr lang="en" dirty="0"/>
              <a:t>)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dirty="0"/>
              <a:t>Latch pin is set high</a:t>
            </a: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dirty="0">
                <a:solidFill>
                  <a:srgbClr val="FFC000"/>
                </a:solidFill>
              </a:rPr>
              <a:t>Change MSBFIRST to LSBFIRST in line 23 and upload again – what happens?</a:t>
            </a:r>
            <a:endParaRPr dirty="0">
              <a:solidFill>
                <a:srgbClr val="FFC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0A9730-1267-406B-C213-7D242F676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1874" y="1045486"/>
            <a:ext cx="4742944" cy="291061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37"/>
          <p:cNvSpPr txBox="1">
            <a:spLocks noGrp="1"/>
          </p:cNvSpPr>
          <p:nvPr>
            <p:ph type="title"/>
          </p:nvPr>
        </p:nvSpPr>
        <p:spPr>
          <a:xfrm>
            <a:off x="720000" y="539700"/>
            <a:ext cx="7704000" cy="47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Animation using shift register</a:t>
            </a:r>
            <a:endParaRPr/>
          </a:p>
        </p:txBody>
      </p:sp>
      <p:sp>
        <p:nvSpPr>
          <p:cNvPr id="900" name="Google Shape;900;p37"/>
          <p:cNvSpPr txBox="1">
            <a:spLocks noGrp="1"/>
          </p:cNvSpPr>
          <p:nvPr>
            <p:ph type="body" idx="1"/>
          </p:nvPr>
        </p:nvSpPr>
        <p:spPr>
          <a:xfrm>
            <a:off x="720000" y="1187400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can make a light rider (leds chase each other back and forth) with the same circuit as before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We will simply change how we implement </a:t>
            </a:r>
            <a:r>
              <a:rPr lang="en" i="1"/>
              <a:t>shiftOut()</a:t>
            </a:r>
            <a:endParaRPr/>
          </a:p>
          <a:p>
            <a:pPr marL="457200" lvl="0" indent="-336550" algn="l" rtl="0">
              <a:spcBef>
                <a:spcPts val="160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Because shiftout() is very fast we can update the register thousands of times per second</a:t>
            </a:r>
            <a:endParaRPr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We just need to know the binary code we want the leds to follow (and then we need to convert that into a decimal)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Store that as a sequence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Iterate the sequence and use the value as the shift value</a:t>
            </a:r>
            <a:endParaRPr/>
          </a:p>
          <a:p>
            <a:pPr marL="1371600" lvl="2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en"/>
              <a:t>For loop works good here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38"/>
          <p:cNvSpPr txBox="1">
            <a:spLocks noGrp="1"/>
          </p:cNvSpPr>
          <p:nvPr>
            <p:ph type="title"/>
          </p:nvPr>
        </p:nvSpPr>
        <p:spPr>
          <a:xfrm>
            <a:off x="720000" y="539700"/>
            <a:ext cx="7704000" cy="47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Upload lightrider.ino</a:t>
            </a:r>
            <a:endParaRPr dirty="0"/>
          </a:p>
        </p:txBody>
      </p:sp>
      <p:sp>
        <p:nvSpPr>
          <p:cNvPr id="906" name="Google Shape;906;p38"/>
          <p:cNvSpPr txBox="1">
            <a:spLocks noGrp="1"/>
          </p:cNvSpPr>
          <p:nvPr>
            <p:ph type="body" idx="1"/>
          </p:nvPr>
        </p:nvSpPr>
        <p:spPr>
          <a:xfrm>
            <a:off x="5438632" y="934916"/>
            <a:ext cx="2655819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0650" lvl="0" indent="0" algn="l" rtl="0">
              <a:spcBef>
                <a:spcPts val="1600"/>
              </a:spcBef>
              <a:spcAft>
                <a:spcPts val="0"/>
              </a:spcAft>
              <a:buSzPts val="1700"/>
              <a:buNone/>
            </a:pPr>
            <a:r>
              <a:rPr lang="en" dirty="0"/>
              <a:t>Speed the lights up or down by changing the delay.</a:t>
            </a:r>
          </a:p>
          <a:p>
            <a:pPr marL="120650" lvl="0" indent="0" algn="l" rtl="0">
              <a:spcBef>
                <a:spcPts val="1600"/>
              </a:spcBef>
              <a:spcAft>
                <a:spcPts val="0"/>
              </a:spcAft>
              <a:buSzPts val="1700"/>
              <a:buNone/>
            </a:pPr>
            <a:r>
              <a:rPr lang="en" dirty="0"/>
              <a:t>The index is referenced from 0 to 13 ( 14 numbers )</a:t>
            </a:r>
          </a:p>
          <a:p>
            <a:pPr marL="120650" lvl="0" indent="0" algn="l" rtl="0">
              <a:spcBef>
                <a:spcPts val="1600"/>
              </a:spcBef>
              <a:spcAft>
                <a:spcPts val="0"/>
              </a:spcAft>
              <a:buSzPts val="1700"/>
              <a:buNone/>
            </a:pPr>
            <a:r>
              <a:rPr lang="en" dirty="0"/>
              <a:t>In binary 1 = 0000001</a:t>
            </a:r>
          </a:p>
          <a:p>
            <a:pPr marL="120650" lvl="0" indent="0" algn="l" rtl="0">
              <a:spcBef>
                <a:spcPts val="1600"/>
              </a:spcBef>
              <a:spcAft>
                <a:spcPts val="0"/>
              </a:spcAft>
              <a:buSzPts val="1700"/>
              <a:buNone/>
            </a:pPr>
            <a:r>
              <a:rPr lang="en" dirty="0"/>
              <a:t>2 = 0000010 </a:t>
            </a:r>
          </a:p>
          <a:p>
            <a:pPr marL="120650" lvl="0" indent="0" algn="l" rtl="0">
              <a:spcBef>
                <a:spcPts val="1600"/>
              </a:spcBef>
              <a:spcAft>
                <a:spcPts val="0"/>
              </a:spcAft>
              <a:buSzPts val="1700"/>
              <a:buNone/>
            </a:pPr>
            <a:r>
              <a:rPr lang="en" dirty="0"/>
              <a:t>4 = 0000100 and so on to light all 8 LED’s one after another. 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171466-AF64-603C-1809-64AB912B73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48" y="1017600"/>
            <a:ext cx="5138970" cy="405663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39"/>
          <p:cNvSpPr txBox="1">
            <a:spLocks noGrp="1"/>
          </p:cNvSpPr>
          <p:nvPr>
            <p:ph type="title"/>
          </p:nvPr>
        </p:nvSpPr>
        <p:spPr>
          <a:xfrm>
            <a:off x="766675" y="1421850"/>
            <a:ext cx="4616100" cy="22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LED bar graph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40"/>
          <p:cNvSpPr txBox="1">
            <a:spLocks noGrp="1"/>
          </p:cNvSpPr>
          <p:nvPr>
            <p:ph type="title"/>
          </p:nvPr>
        </p:nvSpPr>
        <p:spPr>
          <a:xfrm>
            <a:off x="720000" y="539700"/>
            <a:ext cx="7704000" cy="47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our knowledge</a:t>
            </a:r>
            <a:endParaRPr/>
          </a:p>
        </p:txBody>
      </p:sp>
      <p:sp>
        <p:nvSpPr>
          <p:cNvPr id="918" name="Google Shape;918;p40"/>
          <p:cNvSpPr txBox="1">
            <a:spLocks noGrp="1"/>
          </p:cNvSpPr>
          <p:nvPr>
            <p:ph type="body" idx="1"/>
          </p:nvPr>
        </p:nvSpPr>
        <p:spPr>
          <a:xfrm>
            <a:off x="720000" y="1187400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Goal:</a:t>
            </a:r>
            <a:endParaRPr/>
          </a:p>
          <a:p>
            <a:pPr marL="0" lvl="0" indent="0" algn="ctr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Make the LED lights respond as a bar graph to how close your hand (or other object is)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Using our knowledge of analog sensors and the shift registry</a:t>
            </a:r>
            <a:endParaRPr/>
          </a:p>
          <a:p>
            <a:pPr marL="457200" lvl="0" indent="-336550" algn="l" rtl="0">
              <a:spcBef>
                <a:spcPts val="160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Using a IR distance sensor to change the registry</a:t>
            </a:r>
            <a:endParaRPr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We are also going to need to map the receiver values (0 to 500) to 4 bits (0 to 8) range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41"/>
          <p:cNvSpPr txBox="1">
            <a:spLocks noGrp="1"/>
          </p:cNvSpPr>
          <p:nvPr>
            <p:ph type="title"/>
          </p:nvPr>
        </p:nvSpPr>
        <p:spPr>
          <a:xfrm>
            <a:off x="720000" y="539700"/>
            <a:ext cx="7704000" cy="47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Wire it up</a:t>
            </a:r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4AF78E-1CB7-462B-AF19-FD28653C7BB5}"/>
              </a:ext>
            </a:extLst>
          </p:cNvPr>
          <p:cNvSpPr txBox="1"/>
          <p:nvPr/>
        </p:nvSpPr>
        <p:spPr>
          <a:xfrm>
            <a:off x="784746" y="1487606"/>
            <a:ext cx="201304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The IR Wires: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Notice the white wire is the output or the sensor.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The Red wire is GROUND!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The Black wire is POWER!</a:t>
            </a:r>
          </a:p>
        </p:txBody>
      </p:sp>
      <p:pic>
        <p:nvPicPr>
          <p:cNvPr id="6" name="Picture 5" descr="A circuit board with wires&#10;&#10;AI-generated content may be incorrect.">
            <a:extLst>
              <a:ext uri="{FF2B5EF4-FFF2-40B4-BE49-F238E27FC236}">
                <a16:creationId xmlns:a16="http://schemas.microsoft.com/office/drawing/2014/main" id="{60BB6FBD-C1FF-D56D-4090-E07D772F4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7719" y="0"/>
            <a:ext cx="526628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42"/>
          <p:cNvSpPr txBox="1">
            <a:spLocks noGrp="1"/>
          </p:cNvSpPr>
          <p:nvPr>
            <p:ph type="title"/>
          </p:nvPr>
        </p:nvSpPr>
        <p:spPr>
          <a:xfrm>
            <a:off x="720000" y="539700"/>
            <a:ext cx="7704000" cy="47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we want as the result</a:t>
            </a:r>
            <a:endParaRPr/>
          </a:p>
        </p:txBody>
      </p:sp>
      <p:sp>
        <p:nvSpPr>
          <p:cNvPr id="930" name="Google Shape;930;p42"/>
          <p:cNvSpPr txBox="1">
            <a:spLocks noGrp="1"/>
          </p:cNvSpPr>
          <p:nvPr>
            <p:ph type="body" idx="1"/>
          </p:nvPr>
        </p:nvSpPr>
        <p:spPr>
          <a:xfrm>
            <a:off x="4889700" y="1187400"/>
            <a:ext cx="3534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each line is some distance away from the receiver and as we get closer to the receiver more lights light up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Try this first, we will look at one possible solution in a moment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Note the values next to each line is the decimal conversion of the binary shown</a:t>
            </a:r>
            <a:endParaRPr/>
          </a:p>
        </p:txBody>
      </p:sp>
      <p:pic>
        <p:nvPicPr>
          <p:cNvPr id="931" name="Google Shape;93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3725" y="1187400"/>
            <a:ext cx="3145416" cy="3821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43"/>
          <p:cNvSpPr txBox="1">
            <a:spLocks noGrp="1"/>
          </p:cNvSpPr>
          <p:nvPr>
            <p:ph type="title"/>
          </p:nvPr>
        </p:nvSpPr>
        <p:spPr>
          <a:xfrm>
            <a:off x="144750" y="1893275"/>
            <a:ext cx="3208050" cy="94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Download bargraph.ino</a:t>
            </a:r>
            <a:endParaRPr dirty="0"/>
          </a:p>
        </p:txBody>
      </p:sp>
      <p:pic>
        <p:nvPicPr>
          <p:cNvPr id="937" name="Google Shape;937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1337" y="0"/>
            <a:ext cx="464266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C8341-7FA0-458F-8450-FB2A341EA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HC-SR04 Ultrasonic Sensor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48B88E-AF7B-4297-AA85-37935BF5F6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187400"/>
            <a:ext cx="4043069" cy="3416400"/>
          </a:xfrm>
        </p:spPr>
        <p:txBody>
          <a:bodyPr/>
          <a:lstStyle/>
          <a:p>
            <a:r>
              <a:rPr lang="en-US" dirty="0"/>
              <a:t>Using IO trigger for at least 10us high level signal.</a:t>
            </a:r>
          </a:p>
          <a:p>
            <a:r>
              <a:rPr lang="en-US" dirty="0"/>
              <a:t>The Module </a:t>
            </a:r>
            <a:r>
              <a:rPr lang="en-US" b="1" u="sng" dirty="0"/>
              <a:t>automatically</a:t>
            </a:r>
            <a:r>
              <a:rPr lang="en-US" dirty="0"/>
              <a:t> sends eight 40 kHz and detects whether there is a pulse signal back.  </a:t>
            </a:r>
          </a:p>
          <a:p>
            <a:r>
              <a:rPr lang="en-US" dirty="0"/>
              <a:t>If the signal returns, the ECHO Pin will pulse its output for the duration it took to receive the signal back. Like a </a:t>
            </a:r>
            <a:r>
              <a:rPr lang="en-US"/>
              <a:t>PWM signal.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670813-77CC-4DC8-8B3B-F6B03FCF1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9319" y="1790727"/>
            <a:ext cx="3520716" cy="2165373"/>
          </a:xfrm>
          <a:prstGeom prst="rect">
            <a:avLst/>
          </a:prstGeom>
        </p:spPr>
      </p:pic>
      <p:pic>
        <p:nvPicPr>
          <p:cNvPr id="6" name="Picture 4" descr="Sensor Wiki: KY-050 / HC-SR04 Ultrasonic Sensor - The Geek Pub">
            <a:extLst>
              <a:ext uri="{FF2B5EF4-FFF2-40B4-BE49-F238E27FC236}">
                <a16:creationId xmlns:a16="http://schemas.microsoft.com/office/drawing/2014/main" id="{E0636FC1-8D40-4D89-8113-E3C790E748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6984" y="842418"/>
            <a:ext cx="1185386" cy="948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34655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ircuit board with wires connected to it&#10;&#10;AI-generated content may be incorrect.">
            <a:extLst>
              <a:ext uri="{FF2B5EF4-FFF2-40B4-BE49-F238E27FC236}">
                <a16:creationId xmlns:a16="http://schemas.microsoft.com/office/drawing/2014/main" id="{8E05CBE2-9900-6232-7628-C6B5AC352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0650" y="0"/>
            <a:ext cx="5453350" cy="5143500"/>
          </a:xfrm>
          <a:prstGeom prst="rect">
            <a:avLst/>
          </a:prstGeom>
        </p:spPr>
      </p:pic>
      <p:sp>
        <p:nvSpPr>
          <p:cNvPr id="923" name="Google Shape;923;p41"/>
          <p:cNvSpPr txBox="1">
            <a:spLocks noGrp="1"/>
          </p:cNvSpPr>
          <p:nvPr>
            <p:ph type="title"/>
          </p:nvPr>
        </p:nvSpPr>
        <p:spPr>
          <a:xfrm>
            <a:off x="720000" y="539700"/>
            <a:ext cx="7704000" cy="47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Wire it up</a:t>
            </a:r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4AF78E-1CB7-462B-AF19-FD28653C7BB5}"/>
              </a:ext>
            </a:extLst>
          </p:cNvPr>
          <p:cNvSpPr txBox="1"/>
          <p:nvPr/>
        </p:nvSpPr>
        <p:spPr>
          <a:xfrm>
            <a:off x="621791" y="1212260"/>
            <a:ext cx="2204113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Now with an Ultra Sonic sensor!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Build this circuit then upload</a:t>
            </a:r>
          </a:p>
          <a:p>
            <a:r>
              <a:rPr lang="en-US" dirty="0" err="1">
                <a:solidFill>
                  <a:schemeClr val="tx1"/>
                </a:solidFill>
              </a:rPr>
              <a:t>Bargraph_ultrasonic.ino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Read the serial </a:t>
            </a:r>
            <a:r>
              <a:rPr lang="en-US" dirty="0">
                <a:solidFill>
                  <a:schemeClr val="tx1"/>
                </a:solidFill>
              </a:rPr>
              <a:t>port – bounce waves back with a flat object at different distances.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Change the max value and retest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39B86D3-8B54-43A5-AFBB-F7920EDB82A3}"/>
              </a:ext>
            </a:extLst>
          </p:cNvPr>
          <p:cNvSpPr txBox="1"/>
          <p:nvPr/>
        </p:nvSpPr>
        <p:spPr>
          <a:xfrm>
            <a:off x="7957490" y="3119531"/>
            <a:ext cx="9491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/>
              <a:t>Male to female jumpers leave these wires attached to the sensor.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25F809B7-289F-4459-85E9-F8CEF9F081D7}"/>
              </a:ext>
            </a:extLst>
          </p:cNvPr>
          <p:cNvCxnSpPr>
            <a:cxnSpLocks/>
          </p:cNvCxnSpPr>
          <p:nvPr/>
        </p:nvCxnSpPr>
        <p:spPr>
          <a:xfrm flipH="1" flipV="1">
            <a:off x="8325134" y="2286000"/>
            <a:ext cx="252484" cy="81650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55735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58"/>
          <p:cNvSpPr txBox="1">
            <a:spLocks noGrp="1"/>
          </p:cNvSpPr>
          <p:nvPr>
            <p:ph type="title"/>
          </p:nvPr>
        </p:nvSpPr>
        <p:spPr>
          <a:xfrm>
            <a:off x="3364705" y="170922"/>
            <a:ext cx="3372600" cy="69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dirty="0"/>
              <a:t>Clean up</a:t>
            </a:r>
            <a:endParaRPr dirty="0"/>
          </a:p>
        </p:txBody>
      </p:sp>
      <p:sp>
        <p:nvSpPr>
          <p:cNvPr id="1028" name="Google Shape;1028;p58"/>
          <p:cNvSpPr txBox="1">
            <a:spLocks noGrp="1"/>
          </p:cNvSpPr>
          <p:nvPr>
            <p:ph type="subTitle" idx="1"/>
          </p:nvPr>
        </p:nvSpPr>
        <p:spPr>
          <a:xfrm>
            <a:off x="2327463" y="2561613"/>
            <a:ext cx="3759012" cy="95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dirty="0"/>
              <a:t>Disassemble your breadboard and put all parts back in the bag for the next student.</a:t>
            </a:r>
          </a:p>
          <a:p>
            <a:pPr marL="0" indent="0"/>
            <a:endParaRPr lang="en-US" dirty="0"/>
          </a:p>
          <a:p>
            <a:pPr marL="0" indent="0"/>
            <a:r>
              <a:rPr lang="en-US" dirty="0"/>
              <a:t>Return the kit to the lab manager.</a:t>
            </a: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6">
          <a:extLst>
            <a:ext uri="{FF2B5EF4-FFF2-40B4-BE49-F238E27FC236}">
              <a16:creationId xmlns:a16="http://schemas.microsoft.com/office/drawing/2014/main" id="{342F8639-FC2B-927D-61EC-77C486A44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58">
            <a:extLst>
              <a:ext uri="{FF2B5EF4-FFF2-40B4-BE49-F238E27FC236}">
                <a16:creationId xmlns:a16="http://schemas.microsoft.com/office/drawing/2014/main" id="{75AF2496-FE18-D010-302E-366A07E2B4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27475" y="1829125"/>
            <a:ext cx="3372600" cy="69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dirty="0"/>
              <a:t>Stay tuned</a:t>
            </a:r>
            <a:endParaRPr dirty="0"/>
          </a:p>
        </p:txBody>
      </p:sp>
      <p:sp>
        <p:nvSpPr>
          <p:cNvPr id="1028" name="Google Shape;1028;p58">
            <a:extLst>
              <a:ext uri="{FF2B5EF4-FFF2-40B4-BE49-F238E27FC236}">
                <a16:creationId xmlns:a16="http://schemas.microsoft.com/office/drawing/2014/main" id="{D60D0BDB-309B-161D-1F8C-600D01DAC44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327463" y="2561613"/>
            <a:ext cx="3759012" cy="95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dirty="0"/>
              <a:t>Arduino 6 will cover the I</a:t>
            </a:r>
            <a:r>
              <a:rPr lang="en-US" baseline="30000" dirty="0"/>
              <a:t>2</a:t>
            </a:r>
            <a:r>
              <a:rPr lang="en-US" dirty="0"/>
              <a:t>C bus.</a:t>
            </a:r>
          </a:p>
          <a:p>
            <a:pPr marL="0" indent="0"/>
            <a:endParaRPr lang="en-US" dirty="0"/>
          </a:p>
          <a:p>
            <a:pPr marL="0" indent="0"/>
            <a:r>
              <a:rPr lang="en-US" dirty="0"/>
              <a:t>We’ll  wire a Digital Temperature sensor to the circuit we </a:t>
            </a:r>
            <a:r>
              <a:rPr lang="en-US"/>
              <a:t>just built!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34502984"/>
      </p:ext>
    </p:extLst>
  </p:cSld>
  <p:clrMapOvr>
    <a:masterClrMapping/>
  </p:clrMapOvr>
</p:sld>
</file>

<file path=ppt/theme/theme1.xml><?xml version="1.0" encoding="utf-8"?>
<a:theme xmlns:a="http://schemas.openxmlformats.org/drawingml/2006/main" name="Electronic Circuit Style CV by Slidesgo">
  <a:themeElements>
    <a:clrScheme name="Simple Light">
      <a:dk1>
        <a:srgbClr val="FFFFFF"/>
      </a:dk1>
      <a:lt1>
        <a:srgbClr val="040E41"/>
      </a:lt1>
      <a:dk2>
        <a:srgbClr val="EFEFEF"/>
      </a:dk2>
      <a:lt2>
        <a:srgbClr val="303B72"/>
      </a:lt2>
      <a:accent1>
        <a:srgbClr val="F5DE34"/>
      </a:accent1>
      <a:accent2>
        <a:srgbClr val="0152B1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2700">
          <a:solidFill>
            <a:srgbClr val="FF0000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D6FBA346412254ABD495A3D02137635" ma:contentTypeVersion="10" ma:contentTypeDescription="Create a new document." ma:contentTypeScope="" ma:versionID="15cfca688345c699a4fb691aefe7e420">
  <xsd:schema xmlns:xsd="http://www.w3.org/2001/XMLSchema" xmlns:xs="http://www.w3.org/2001/XMLSchema" xmlns:p="http://schemas.microsoft.com/office/2006/metadata/properties" xmlns:ns2="4187ec63-6cff-4486-abd9-1357d75c1c00" targetNamespace="http://schemas.microsoft.com/office/2006/metadata/properties" ma:root="true" ma:fieldsID="a6d7f068502babee8fb6afd5146615ed" ns2:_="">
    <xsd:import namespace="4187ec63-6cff-4486-abd9-1357d75c1c0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87ec63-6cff-4486-abd9-1357d75c1c0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DF5F039-C495-4862-837D-64A08D1D028D}">
  <ds:schemaRefs>
    <ds:schemaRef ds:uri="4187ec63-6cff-4486-abd9-1357d75c1c0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02CFA83-A52D-465F-B85A-F1E9C891BB7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C9B09D0-0612-43CA-957F-93C6B556EF6F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3227</TotalTime>
  <Words>914</Words>
  <Application>Microsoft Office PowerPoint</Application>
  <PresentationFormat>On-screen Show (16:9)</PresentationFormat>
  <Paragraphs>125</Paragraphs>
  <Slides>20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Raleway</vt:lpstr>
      <vt:lpstr>Source Sans Pro</vt:lpstr>
      <vt:lpstr>Josefin Slab Thin</vt:lpstr>
      <vt:lpstr>Bebas Neue</vt:lpstr>
      <vt:lpstr>Lato</vt:lpstr>
      <vt:lpstr>Montserrat</vt:lpstr>
      <vt:lpstr>Electronic Circuit Style CV by Slidesgo</vt:lpstr>
      <vt:lpstr>Arduino Workshop #5</vt:lpstr>
      <vt:lpstr>PowerPoint and Code</vt:lpstr>
      <vt:lpstr>Parts</vt:lpstr>
      <vt:lpstr>Looking at the 74HC595 Shift register pin-out diagram </vt:lpstr>
      <vt:lpstr>How it works</vt:lpstr>
      <vt:lpstr>Let's look at the new Arduino code</vt:lpstr>
      <vt:lpstr>Breadboard Layout</vt:lpstr>
      <vt:lpstr>Lets wire it up</vt:lpstr>
      <vt:lpstr>Upload alternate.ino</vt:lpstr>
      <vt:lpstr>Animation using shift register</vt:lpstr>
      <vt:lpstr>Upload lightrider.ino</vt:lpstr>
      <vt:lpstr>LED bar graph</vt:lpstr>
      <vt:lpstr>Use our knowledge</vt:lpstr>
      <vt:lpstr>Wire it up</vt:lpstr>
      <vt:lpstr>What we want as the result</vt:lpstr>
      <vt:lpstr>Download bargraph.ino</vt:lpstr>
      <vt:lpstr>HC-SR04 Ultrasonic Sensor</vt:lpstr>
      <vt:lpstr>Wire it up</vt:lpstr>
      <vt:lpstr>Clean up</vt:lpstr>
      <vt:lpstr>Stay tuned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Arduino Workshop #7</dc:title>
  <dc:creator>Kelley, Todd W</dc:creator>
  <cp:lastModifiedBy>Kelley, Todd W</cp:lastModifiedBy>
  <cp:revision>30</cp:revision>
  <dcterms:modified xsi:type="dcterms:W3CDTF">2025-10-31T19:30:21Z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0x0101002D6FBA346412254ABD495A3D02137635</vt:lpwstr>
  </property>
</Properties>
</file>